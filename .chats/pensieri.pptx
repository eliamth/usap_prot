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79" r:id="rId3"/>
    <p:sldId id="278" r:id="rId4"/>
    <p:sldId id="280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8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2" r:id="rId24"/>
    <p:sldId id="275" r:id="rId25"/>
    <p:sldId id="276" r:id="rId26"/>
    <p:sldId id="277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custDataLst>
    <p:tags r:id="rId36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AEFD8-46B7-4162-85AA-9BD31686E6F3}" v="71" dt="2026-06-07T08:53:30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513" autoAdjust="0"/>
  </p:normalViewPr>
  <p:slideViewPr>
    <p:cSldViewPr snapToGrid="0">
      <p:cViewPr varScale="1">
        <p:scale>
          <a:sx n="80" d="100"/>
          <a:sy n="80" d="100"/>
        </p:scale>
        <p:origin x="132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 MOSCOSO THOMPSON" userId="ce69e237-1cec-4936-87bb-7f36659d6252" providerId="ADAL" clId="{DB206BFE-CCB7-4559-A50F-E73A857A2D05}"/>
    <pc:docChg chg="undo custSel addSld modSld sldOrd">
      <pc:chgData name="ELIA MOSCOSO THOMPSON" userId="ce69e237-1cec-4936-87bb-7f36659d6252" providerId="ADAL" clId="{DB206BFE-CCB7-4559-A50F-E73A857A2D05}" dt="2026-06-07T08:53:40.659" v="2343" actId="20577"/>
      <pc:docMkLst>
        <pc:docMk/>
      </pc:docMkLst>
      <pc:sldChg chg="addSp modSp mod modNotesTx">
        <pc:chgData name="ELIA MOSCOSO THOMPSON" userId="ce69e237-1cec-4936-87bb-7f36659d6252" providerId="ADAL" clId="{DB206BFE-CCB7-4559-A50F-E73A857A2D05}" dt="2026-06-07T08:52:02.606" v="2304" actId="20577"/>
        <pc:sldMkLst>
          <pc:docMk/>
          <pc:sldMk cId="3901106835" sldId="266"/>
        </pc:sldMkLst>
        <pc:spChg chg="mod">
          <ac:chgData name="ELIA MOSCOSO THOMPSON" userId="ce69e237-1cec-4936-87bb-7f36659d6252" providerId="ADAL" clId="{DB206BFE-CCB7-4559-A50F-E73A857A2D05}" dt="2026-06-07T08:52:02.606" v="2304" actId="20577"/>
          <ac:spMkLst>
            <pc:docMk/>
            <pc:sldMk cId="3901106835" sldId="266"/>
            <ac:spMk id="3" creationId="{6BB47286-EA92-976C-46EF-BED5A6E8CAA4}"/>
          </ac:spMkLst>
        </pc:spChg>
        <pc:spChg chg="add mod">
          <ac:chgData name="ELIA MOSCOSO THOMPSON" userId="ce69e237-1cec-4936-87bb-7f36659d6252" providerId="ADAL" clId="{DB206BFE-CCB7-4559-A50F-E73A857A2D05}" dt="2026-06-07T08:47:59.953" v="2151" actId="20577"/>
          <ac:spMkLst>
            <pc:docMk/>
            <pc:sldMk cId="3901106835" sldId="266"/>
            <ac:spMk id="5" creationId="{45C4405B-4B0B-8B8A-1D6F-74C1ED8F4580}"/>
          </ac:spMkLst>
        </pc:spChg>
      </pc:sldChg>
      <pc:sldChg chg="delSp modSp mod">
        <pc:chgData name="ELIA MOSCOSO THOMPSON" userId="ce69e237-1cec-4936-87bb-7f36659d6252" providerId="ADAL" clId="{DB206BFE-CCB7-4559-A50F-E73A857A2D05}" dt="2026-06-07T08:53:40.659" v="2343" actId="20577"/>
        <pc:sldMkLst>
          <pc:docMk/>
          <pc:sldMk cId="804555649" sldId="267"/>
        </pc:sldMkLst>
        <pc:spChg chg="mod">
          <ac:chgData name="ELIA MOSCOSO THOMPSON" userId="ce69e237-1cec-4936-87bb-7f36659d6252" providerId="ADAL" clId="{DB206BFE-CCB7-4559-A50F-E73A857A2D05}" dt="2026-06-07T08:53:40.659" v="2343" actId="20577"/>
          <ac:spMkLst>
            <pc:docMk/>
            <pc:sldMk cId="804555649" sldId="267"/>
            <ac:spMk id="3" creationId="{1F7D035C-6B3C-A855-40D2-EC256895576A}"/>
          </ac:spMkLst>
        </pc:spChg>
        <pc:spChg chg="del mod">
          <ac:chgData name="ELIA MOSCOSO THOMPSON" userId="ce69e237-1cec-4936-87bb-7f36659d6252" providerId="ADAL" clId="{DB206BFE-CCB7-4559-A50F-E73A857A2D05}" dt="2026-06-07T08:53:21.996" v="2306" actId="478"/>
          <ac:spMkLst>
            <pc:docMk/>
            <pc:sldMk cId="804555649" sldId="267"/>
            <ac:spMk id="5" creationId="{357D69B6-A30A-8A19-6EE6-7F93F2EC6B6E}"/>
          </ac:spMkLst>
        </pc:spChg>
      </pc:sldChg>
      <pc:sldChg chg="modSp mod">
        <pc:chgData name="ELIA MOSCOSO THOMPSON" userId="ce69e237-1cec-4936-87bb-7f36659d6252" providerId="ADAL" clId="{DB206BFE-CCB7-4559-A50F-E73A857A2D05}" dt="2026-06-07T08:11:56.209" v="1573" actId="20577"/>
        <pc:sldMkLst>
          <pc:docMk/>
          <pc:sldMk cId="1460260696" sldId="280"/>
        </pc:sldMkLst>
        <pc:spChg chg="mod">
          <ac:chgData name="ELIA MOSCOSO THOMPSON" userId="ce69e237-1cec-4936-87bb-7f36659d6252" providerId="ADAL" clId="{DB206BFE-CCB7-4559-A50F-E73A857A2D05}" dt="2026-06-07T08:11:56.209" v="1573" actId="20577"/>
          <ac:spMkLst>
            <pc:docMk/>
            <pc:sldMk cId="1460260696" sldId="280"/>
            <ac:spMk id="3" creationId="{D394FC79-B3FB-A9B2-1191-55C107060B92}"/>
          </ac:spMkLst>
        </pc:spChg>
      </pc:sldChg>
      <pc:sldChg chg="modSp new mod">
        <pc:chgData name="ELIA MOSCOSO THOMPSON" userId="ce69e237-1cec-4936-87bb-7f36659d6252" providerId="ADAL" clId="{DB206BFE-CCB7-4559-A50F-E73A857A2D05}" dt="2026-06-07T07:34:25.028" v="7"/>
        <pc:sldMkLst>
          <pc:docMk/>
          <pc:sldMk cId="673734234" sldId="281"/>
        </pc:sldMkLst>
        <pc:spChg chg="mod">
          <ac:chgData name="ELIA MOSCOSO THOMPSON" userId="ce69e237-1cec-4936-87bb-7f36659d6252" providerId="ADAL" clId="{DB206BFE-CCB7-4559-A50F-E73A857A2D05}" dt="2026-06-07T07:34:03.370" v="1"/>
          <ac:spMkLst>
            <pc:docMk/>
            <pc:sldMk cId="673734234" sldId="281"/>
            <ac:spMk id="2" creationId="{DC937791-DDA4-529B-00D2-8D8AE0F224F4}"/>
          </ac:spMkLst>
        </pc:spChg>
        <pc:spChg chg="mod">
          <ac:chgData name="ELIA MOSCOSO THOMPSON" userId="ce69e237-1cec-4936-87bb-7f36659d6252" providerId="ADAL" clId="{DB206BFE-CCB7-4559-A50F-E73A857A2D05}" dt="2026-06-07T07:34:25.028" v="7"/>
          <ac:spMkLst>
            <pc:docMk/>
            <pc:sldMk cId="673734234" sldId="281"/>
            <ac:spMk id="3" creationId="{D28994B9-2D1F-559D-F2F4-43C29657A78A}"/>
          </ac:spMkLst>
        </pc:spChg>
      </pc:sldChg>
      <pc:sldChg chg="addSp modSp new mod">
        <pc:chgData name="ELIA MOSCOSO THOMPSON" userId="ce69e237-1cec-4936-87bb-7f36659d6252" providerId="ADAL" clId="{DB206BFE-CCB7-4559-A50F-E73A857A2D05}" dt="2026-06-07T07:37:15.911" v="72" actId="20577"/>
        <pc:sldMkLst>
          <pc:docMk/>
          <pc:sldMk cId="725614669" sldId="282"/>
        </pc:sldMkLst>
        <pc:spChg chg="mod">
          <ac:chgData name="ELIA MOSCOSO THOMPSON" userId="ce69e237-1cec-4936-87bb-7f36659d6252" providerId="ADAL" clId="{DB206BFE-CCB7-4559-A50F-E73A857A2D05}" dt="2026-06-07T07:34:37.897" v="13"/>
          <ac:spMkLst>
            <pc:docMk/>
            <pc:sldMk cId="725614669" sldId="282"/>
            <ac:spMk id="2" creationId="{631BFD81-42D7-AFD1-61F2-046C5E4D03EC}"/>
          </ac:spMkLst>
        </pc:spChg>
        <pc:spChg chg="mod">
          <ac:chgData name="ELIA MOSCOSO THOMPSON" userId="ce69e237-1cec-4936-87bb-7f36659d6252" providerId="ADAL" clId="{DB206BFE-CCB7-4559-A50F-E73A857A2D05}" dt="2026-06-07T07:36:56.978" v="53" actId="15"/>
          <ac:spMkLst>
            <pc:docMk/>
            <pc:sldMk cId="725614669" sldId="282"/>
            <ac:spMk id="3" creationId="{4408BC27-7E52-09D1-D30F-A4216AA42F9D}"/>
          </ac:spMkLst>
        </pc:spChg>
        <pc:spChg chg="add mod">
          <ac:chgData name="ELIA MOSCOSO THOMPSON" userId="ce69e237-1cec-4936-87bb-7f36659d6252" providerId="ADAL" clId="{DB206BFE-CCB7-4559-A50F-E73A857A2D05}" dt="2026-06-07T07:37:15.911" v="72" actId="20577"/>
          <ac:spMkLst>
            <pc:docMk/>
            <pc:sldMk cId="725614669" sldId="282"/>
            <ac:spMk id="5" creationId="{0F020036-F4FE-C0B8-825B-9F8AC21347C7}"/>
          </ac:spMkLst>
        </pc:spChg>
      </pc:sldChg>
      <pc:sldChg chg="addSp delSp modSp new mod">
        <pc:chgData name="ELIA MOSCOSO THOMPSON" userId="ce69e237-1cec-4936-87bb-7f36659d6252" providerId="ADAL" clId="{DB206BFE-CCB7-4559-A50F-E73A857A2D05}" dt="2026-06-07T08:16:09.128" v="1651" actId="1076"/>
        <pc:sldMkLst>
          <pc:docMk/>
          <pc:sldMk cId="1658738643" sldId="283"/>
        </pc:sldMkLst>
        <pc:spChg chg="mod">
          <ac:chgData name="ELIA MOSCOSO THOMPSON" userId="ce69e237-1cec-4936-87bb-7f36659d6252" providerId="ADAL" clId="{DB206BFE-CCB7-4559-A50F-E73A857A2D05}" dt="2026-06-07T07:38:13.570" v="74"/>
          <ac:spMkLst>
            <pc:docMk/>
            <pc:sldMk cId="1658738643" sldId="283"/>
            <ac:spMk id="2" creationId="{D19C9724-78B5-DDA8-04D5-37AD18B0746B}"/>
          </ac:spMkLst>
        </pc:spChg>
        <pc:spChg chg="mod">
          <ac:chgData name="ELIA MOSCOSO THOMPSON" userId="ce69e237-1cec-4936-87bb-7f36659d6252" providerId="ADAL" clId="{DB206BFE-CCB7-4559-A50F-E73A857A2D05}" dt="2026-06-07T08:16:05.297" v="1650" actId="20577"/>
          <ac:spMkLst>
            <pc:docMk/>
            <pc:sldMk cId="1658738643" sldId="283"/>
            <ac:spMk id="3" creationId="{465F133F-8E47-5EF3-B76D-A72DE27A2CA4}"/>
          </ac:spMkLst>
        </pc:spChg>
        <pc:spChg chg="add del mod">
          <ac:chgData name="ELIA MOSCOSO THOMPSON" userId="ce69e237-1cec-4936-87bb-7f36659d6252" providerId="ADAL" clId="{DB206BFE-CCB7-4559-A50F-E73A857A2D05}" dt="2026-06-07T07:39:08.744" v="131" actId="478"/>
          <ac:spMkLst>
            <pc:docMk/>
            <pc:sldMk cId="1658738643" sldId="283"/>
            <ac:spMk id="5" creationId="{29CCA42E-5F13-931F-7A8B-4CBEADFD219D}"/>
          </ac:spMkLst>
        </pc:spChg>
        <pc:spChg chg="add mod">
          <ac:chgData name="ELIA MOSCOSO THOMPSON" userId="ce69e237-1cec-4936-87bb-7f36659d6252" providerId="ADAL" clId="{DB206BFE-CCB7-4559-A50F-E73A857A2D05}" dt="2026-06-07T08:16:09.128" v="1651" actId="1076"/>
          <ac:spMkLst>
            <pc:docMk/>
            <pc:sldMk cId="1658738643" sldId="283"/>
            <ac:spMk id="7" creationId="{9CD67E4E-A51E-2E49-53A1-2EE80A0D756B}"/>
          </ac:spMkLst>
        </pc:spChg>
      </pc:sldChg>
      <pc:sldChg chg="addSp modSp new mod">
        <pc:chgData name="ELIA MOSCOSO THOMPSON" userId="ce69e237-1cec-4936-87bb-7f36659d6252" providerId="ADAL" clId="{DB206BFE-CCB7-4559-A50F-E73A857A2D05}" dt="2026-06-07T07:41:49.700" v="208" actId="20577"/>
        <pc:sldMkLst>
          <pc:docMk/>
          <pc:sldMk cId="971246289" sldId="284"/>
        </pc:sldMkLst>
        <pc:spChg chg="mod">
          <ac:chgData name="ELIA MOSCOSO THOMPSON" userId="ce69e237-1cec-4936-87bb-7f36659d6252" providerId="ADAL" clId="{DB206BFE-CCB7-4559-A50F-E73A857A2D05}" dt="2026-06-07T07:40:52.019" v="151"/>
          <ac:spMkLst>
            <pc:docMk/>
            <pc:sldMk cId="971246289" sldId="284"/>
            <ac:spMk id="2" creationId="{582A8BFE-5F73-DEA7-2F11-3592640DC839}"/>
          </ac:spMkLst>
        </pc:spChg>
        <pc:spChg chg="mod">
          <ac:chgData name="ELIA MOSCOSO THOMPSON" userId="ce69e237-1cec-4936-87bb-7f36659d6252" providerId="ADAL" clId="{DB206BFE-CCB7-4559-A50F-E73A857A2D05}" dt="2026-06-07T07:41:40.062" v="192"/>
          <ac:spMkLst>
            <pc:docMk/>
            <pc:sldMk cId="971246289" sldId="284"/>
            <ac:spMk id="3" creationId="{24768A56-4664-A2D5-08DA-B19A10317D81}"/>
          </ac:spMkLst>
        </pc:spChg>
        <pc:spChg chg="add mod">
          <ac:chgData name="ELIA MOSCOSO THOMPSON" userId="ce69e237-1cec-4936-87bb-7f36659d6252" providerId="ADAL" clId="{DB206BFE-CCB7-4559-A50F-E73A857A2D05}" dt="2026-06-07T07:41:49.700" v="208" actId="20577"/>
          <ac:spMkLst>
            <pc:docMk/>
            <pc:sldMk cId="971246289" sldId="284"/>
            <ac:spMk id="5" creationId="{2D3D63E2-B216-8DBD-C21D-9393021548CC}"/>
          </ac:spMkLst>
        </pc:spChg>
      </pc:sldChg>
      <pc:sldChg chg="addSp delSp modSp new mod modNotesTx">
        <pc:chgData name="ELIA MOSCOSO THOMPSON" userId="ce69e237-1cec-4936-87bb-7f36659d6252" providerId="ADAL" clId="{DB206BFE-CCB7-4559-A50F-E73A857A2D05}" dt="2026-06-07T08:18:55.218" v="1671" actId="20577"/>
        <pc:sldMkLst>
          <pc:docMk/>
          <pc:sldMk cId="1514421129" sldId="285"/>
        </pc:sldMkLst>
        <pc:spChg chg="mod">
          <ac:chgData name="ELIA MOSCOSO THOMPSON" userId="ce69e237-1cec-4936-87bb-7f36659d6252" providerId="ADAL" clId="{DB206BFE-CCB7-4559-A50F-E73A857A2D05}" dt="2026-06-07T07:44:33.944" v="234" actId="20577"/>
          <ac:spMkLst>
            <pc:docMk/>
            <pc:sldMk cId="1514421129" sldId="285"/>
            <ac:spMk id="2" creationId="{23A7E208-8E08-3E53-8E62-4A127107095D}"/>
          </ac:spMkLst>
        </pc:spChg>
        <pc:spChg chg="del mod">
          <ac:chgData name="ELIA MOSCOSO THOMPSON" userId="ce69e237-1cec-4936-87bb-7f36659d6252" providerId="ADAL" clId="{DB206BFE-CCB7-4559-A50F-E73A857A2D05}" dt="2026-06-07T07:44:35.845" v="236" actId="478"/>
          <ac:spMkLst>
            <pc:docMk/>
            <pc:sldMk cId="1514421129" sldId="285"/>
            <ac:spMk id="3" creationId="{20064790-01F8-5215-038D-AF1A79B88483}"/>
          </ac:spMkLst>
        </pc:spChg>
        <pc:spChg chg="add mod">
          <ac:chgData name="ELIA MOSCOSO THOMPSON" userId="ce69e237-1cec-4936-87bb-7f36659d6252" providerId="ADAL" clId="{DB206BFE-CCB7-4559-A50F-E73A857A2D05}" dt="2026-06-07T07:58:31.666" v="947" actId="207"/>
          <ac:spMkLst>
            <pc:docMk/>
            <pc:sldMk cId="1514421129" sldId="285"/>
            <ac:spMk id="13" creationId="{55566541-87B7-60BD-79E4-5993F16753AE}"/>
          </ac:spMkLst>
        </pc:spChg>
        <pc:graphicFrameChg chg="add mod modGraphic">
          <ac:chgData name="ELIA MOSCOSO THOMPSON" userId="ce69e237-1cec-4936-87bb-7f36659d6252" providerId="ADAL" clId="{DB206BFE-CCB7-4559-A50F-E73A857A2D05}" dt="2026-06-07T08:18:52.553" v="1667" actId="20577"/>
          <ac:graphicFrameMkLst>
            <pc:docMk/>
            <pc:sldMk cId="1514421129" sldId="285"/>
            <ac:graphicFrameMk id="4" creationId="{28C96548-A84A-0738-B373-B4508E8CA10F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8:18:55.218" v="1671" actId="20577"/>
          <ac:graphicFrameMkLst>
            <pc:docMk/>
            <pc:sldMk cId="1514421129" sldId="285"/>
            <ac:graphicFrameMk id="5" creationId="{D5F67022-6A20-1ACF-43A3-B1DE5EBE7641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7:50:50.933" v="619" actId="1076"/>
          <ac:graphicFrameMkLst>
            <pc:docMk/>
            <pc:sldMk cId="1514421129" sldId="285"/>
            <ac:graphicFrameMk id="6" creationId="{0A125A76-AE68-742B-F911-FEC4CFFC7AC0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7:50:50.933" v="619" actId="1076"/>
          <ac:graphicFrameMkLst>
            <pc:docMk/>
            <pc:sldMk cId="1514421129" sldId="285"/>
            <ac:graphicFrameMk id="7" creationId="{D55D8345-99F1-9FBD-EF8C-F1CB17ABE7B8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7:58:16.629" v="943" actId="1076"/>
          <ac:graphicFrameMkLst>
            <pc:docMk/>
            <pc:sldMk cId="1514421129" sldId="285"/>
            <ac:graphicFrameMk id="8" creationId="{B80953D0-17EC-8C95-187D-50DE4F6301D9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7:58:18.804" v="944" actId="1076"/>
          <ac:graphicFrameMkLst>
            <pc:docMk/>
            <pc:sldMk cId="1514421129" sldId="285"/>
            <ac:graphicFrameMk id="9" creationId="{E6F3D12A-E812-39EE-8A46-7A5042CFC7D9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7:58:13.387" v="942" actId="1076"/>
          <ac:graphicFrameMkLst>
            <pc:docMk/>
            <pc:sldMk cId="1514421129" sldId="285"/>
            <ac:graphicFrameMk id="10" creationId="{63977AC5-8F08-B422-57C5-C95A06A2EDF2}"/>
          </ac:graphicFrameMkLst>
        </pc:graphicFrameChg>
        <pc:graphicFrameChg chg="add mod modGraphic">
          <ac:chgData name="ELIA MOSCOSO THOMPSON" userId="ce69e237-1cec-4936-87bb-7f36659d6252" providerId="ADAL" clId="{DB206BFE-CCB7-4559-A50F-E73A857A2D05}" dt="2026-06-07T07:57:57.153" v="941" actId="1076"/>
          <ac:graphicFrameMkLst>
            <pc:docMk/>
            <pc:sldMk cId="1514421129" sldId="285"/>
            <ac:graphicFrameMk id="11" creationId="{58ADAF6C-1880-5DD1-A7FD-6EA020019DBD}"/>
          </ac:graphicFrameMkLst>
        </pc:graphicFrameChg>
      </pc:sldChg>
      <pc:sldChg chg="addSp modSp new mod">
        <pc:chgData name="ELIA MOSCOSO THOMPSON" userId="ce69e237-1cec-4936-87bb-7f36659d6252" providerId="ADAL" clId="{DB206BFE-CCB7-4559-A50F-E73A857A2D05}" dt="2026-06-07T08:00:56.487" v="1198" actId="14100"/>
        <pc:sldMkLst>
          <pc:docMk/>
          <pc:sldMk cId="1082717230" sldId="286"/>
        </pc:sldMkLst>
        <pc:spChg chg="mod">
          <ac:chgData name="ELIA MOSCOSO THOMPSON" userId="ce69e237-1cec-4936-87bb-7f36659d6252" providerId="ADAL" clId="{DB206BFE-CCB7-4559-A50F-E73A857A2D05}" dt="2026-06-07T07:59:05.414" v="992" actId="20577"/>
          <ac:spMkLst>
            <pc:docMk/>
            <pc:sldMk cId="1082717230" sldId="286"/>
            <ac:spMk id="2" creationId="{5B5E888E-8D01-F11F-8B0B-56DC908AD7D2}"/>
          </ac:spMkLst>
        </pc:spChg>
        <pc:spChg chg="mod">
          <ac:chgData name="ELIA MOSCOSO THOMPSON" userId="ce69e237-1cec-4936-87bb-7f36659d6252" providerId="ADAL" clId="{DB206BFE-CCB7-4559-A50F-E73A857A2D05}" dt="2026-06-07T07:59:43.817" v="1105" actId="12"/>
          <ac:spMkLst>
            <pc:docMk/>
            <pc:sldMk cId="1082717230" sldId="286"/>
            <ac:spMk id="3" creationId="{E150D5A6-396A-45F8-018E-BEEE1CE4F0B5}"/>
          </ac:spMkLst>
        </pc:spChg>
        <pc:spChg chg="add mod">
          <ac:chgData name="ELIA MOSCOSO THOMPSON" userId="ce69e237-1cec-4936-87bb-7f36659d6252" providerId="ADAL" clId="{DB206BFE-CCB7-4559-A50F-E73A857A2D05}" dt="2026-06-07T08:00:10.290" v="1150" actId="14100"/>
          <ac:spMkLst>
            <pc:docMk/>
            <pc:sldMk cId="1082717230" sldId="286"/>
            <ac:spMk id="5" creationId="{40D46870-7CBB-595C-76D0-7176F3D348C0}"/>
          </ac:spMkLst>
        </pc:spChg>
        <pc:spChg chg="add mod">
          <ac:chgData name="ELIA MOSCOSO THOMPSON" userId="ce69e237-1cec-4936-87bb-7f36659d6252" providerId="ADAL" clId="{DB206BFE-CCB7-4559-A50F-E73A857A2D05}" dt="2026-06-07T08:00:56.487" v="1198" actId="14100"/>
          <ac:spMkLst>
            <pc:docMk/>
            <pc:sldMk cId="1082717230" sldId="286"/>
            <ac:spMk id="7" creationId="{0F612CF2-A546-2CAF-84D7-42E07C28F904}"/>
          </ac:spMkLst>
        </pc:spChg>
      </pc:sldChg>
      <pc:sldChg chg="modSp new mod">
        <pc:chgData name="ELIA MOSCOSO THOMPSON" userId="ce69e237-1cec-4936-87bb-7f36659d6252" providerId="ADAL" clId="{DB206BFE-CCB7-4559-A50F-E73A857A2D05}" dt="2026-06-07T08:02:38.126" v="1441" actId="20577"/>
        <pc:sldMkLst>
          <pc:docMk/>
          <pc:sldMk cId="984546428" sldId="287"/>
        </pc:sldMkLst>
        <pc:spChg chg="mod">
          <ac:chgData name="ELIA MOSCOSO THOMPSON" userId="ce69e237-1cec-4936-87bb-7f36659d6252" providerId="ADAL" clId="{DB206BFE-CCB7-4559-A50F-E73A857A2D05}" dt="2026-06-07T08:01:38.199" v="1245" actId="20577"/>
          <ac:spMkLst>
            <pc:docMk/>
            <pc:sldMk cId="984546428" sldId="287"/>
            <ac:spMk id="2" creationId="{9CC7D2E1-C94B-AB77-1035-66DA9534C1AA}"/>
          </ac:spMkLst>
        </pc:spChg>
        <pc:spChg chg="mod">
          <ac:chgData name="ELIA MOSCOSO THOMPSON" userId="ce69e237-1cec-4936-87bb-7f36659d6252" providerId="ADAL" clId="{DB206BFE-CCB7-4559-A50F-E73A857A2D05}" dt="2026-06-07T08:02:38.126" v="1441" actId="20577"/>
          <ac:spMkLst>
            <pc:docMk/>
            <pc:sldMk cId="984546428" sldId="287"/>
            <ac:spMk id="3" creationId="{9E0F690F-3F08-A4E4-B602-EB484D40E231}"/>
          </ac:spMkLst>
        </pc:spChg>
      </pc:sldChg>
      <pc:sldChg chg="addSp delSp modSp new mod ord">
        <pc:chgData name="ELIA MOSCOSO THOMPSON" userId="ce69e237-1cec-4936-87bb-7f36659d6252" providerId="ADAL" clId="{DB206BFE-CCB7-4559-A50F-E73A857A2D05}" dt="2026-06-07T08:50:01.070" v="2254"/>
        <pc:sldMkLst>
          <pc:docMk/>
          <pc:sldMk cId="3519464666" sldId="288"/>
        </pc:sldMkLst>
        <pc:spChg chg="mod">
          <ac:chgData name="ELIA MOSCOSO THOMPSON" userId="ce69e237-1cec-4936-87bb-7f36659d6252" providerId="ADAL" clId="{DB206BFE-CCB7-4559-A50F-E73A857A2D05}" dt="2026-06-07T08:34:43.429" v="1762" actId="313"/>
          <ac:spMkLst>
            <pc:docMk/>
            <pc:sldMk cId="3519464666" sldId="288"/>
            <ac:spMk id="2" creationId="{E1CA9ACD-898A-BE33-F73E-BFFEB76CE429}"/>
          </ac:spMkLst>
        </pc:spChg>
        <pc:spChg chg="mod">
          <ac:chgData name="ELIA MOSCOSO THOMPSON" userId="ce69e237-1cec-4936-87bb-7f36659d6252" providerId="ADAL" clId="{DB206BFE-CCB7-4559-A50F-E73A857A2D05}" dt="2026-06-07T08:47:04.574" v="2150" actId="27636"/>
          <ac:spMkLst>
            <pc:docMk/>
            <pc:sldMk cId="3519464666" sldId="288"/>
            <ac:spMk id="3" creationId="{8CD56A40-00A8-0DC2-5600-E77D7F6ECC4B}"/>
          </ac:spMkLst>
        </pc:spChg>
        <pc:spChg chg="add del mod">
          <ac:chgData name="ELIA MOSCOSO THOMPSON" userId="ce69e237-1cec-4936-87bb-7f36659d6252" providerId="ADAL" clId="{DB206BFE-CCB7-4559-A50F-E73A857A2D05}" dt="2026-06-07T08:47:01.080" v="2148" actId="478"/>
          <ac:spMkLst>
            <pc:docMk/>
            <pc:sldMk cId="3519464666" sldId="288"/>
            <ac:spMk id="4" creationId="{C1E39677-9A9F-D3D6-B21F-521425656F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23BB6-5941-459C-B799-00E09E705CAB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60608-93FE-4C80-942B-F1287B5FC7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019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/>
              <a:t>EG:</a:t>
            </a:r>
          </a:p>
          <a:p>
            <a:r>
              <a:rPr lang="it-IT" dirty="0" err="1"/>
              <a:t>profile_name</a:t>
            </a:r>
            <a:r>
              <a:rPr lang="it-IT" dirty="0"/>
              <a:t> = USAP</a:t>
            </a:r>
            <a:br>
              <a:rPr lang="it-IT" dirty="0"/>
            </a:br>
            <a:r>
              <a:rPr lang="it-IT" dirty="0" err="1"/>
              <a:t>profile_version</a:t>
            </a:r>
            <a:r>
              <a:rPr lang="it-IT" dirty="0"/>
              <a:t> = 0.1.0</a:t>
            </a:r>
            <a:br>
              <a:rPr lang="it-IT" dirty="0"/>
            </a:br>
            <a:r>
              <a:rPr lang="it-IT" dirty="0" err="1"/>
              <a:t>default_block_size</a:t>
            </a:r>
            <a:r>
              <a:rPr lang="it-IT" dirty="0"/>
              <a:t> = 4096</a:t>
            </a:r>
            <a:br>
              <a:rPr lang="it-IT" dirty="0"/>
            </a:br>
            <a:r>
              <a:rPr lang="it-IT" dirty="0" err="1"/>
              <a:t>default_encoding</a:t>
            </a:r>
            <a:r>
              <a:rPr lang="it-IT" dirty="0"/>
              <a:t> = u32-zlib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10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 err="1"/>
              <a:t>asset_id</a:t>
            </a:r>
            <a:r>
              <a:rPr lang="it-IT" dirty="0"/>
              <a:t> = 1</a:t>
            </a:r>
            <a:br>
              <a:rPr lang="it-IT" dirty="0"/>
            </a:br>
            <a:r>
              <a:rPr lang="it-IT" dirty="0"/>
              <a:t>uri = "../models/</a:t>
            </a:r>
            <a:r>
              <a:rPr lang="it-IT" dirty="0" err="1"/>
              <a:t>city_mesh.glb</a:t>
            </a:r>
            <a:r>
              <a:rPr lang="it-IT" dirty="0"/>
              <a:t>"</a:t>
            </a:r>
            <a:br>
              <a:rPr lang="it-IT" dirty="0"/>
            </a:br>
            <a:r>
              <a:rPr lang="it-IT" dirty="0" err="1"/>
              <a:t>asset_kind</a:t>
            </a:r>
            <a:r>
              <a:rPr lang="it-IT" dirty="0"/>
              <a:t> = "mesh"</a:t>
            </a:r>
            <a:br>
              <a:rPr lang="it-IT" dirty="0"/>
            </a:br>
            <a:r>
              <a:rPr lang="it-IT" dirty="0" err="1"/>
              <a:t>media_type</a:t>
            </a:r>
            <a:r>
              <a:rPr lang="it-IT" dirty="0"/>
              <a:t> = "model/</a:t>
            </a:r>
            <a:r>
              <a:rPr lang="it-IT" dirty="0" err="1"/>
              <a:t>gltf-binary</a:t>
            </a:r>
            <a:r>
              <a:rPr lang="it-IT" dirty="0"/>
              <a:t>"</a:t>
            </a:r>
            <a:br>
              <a:rPr lang="it-IT" dirty="0"/>
            </a:br>
            <a:r>
              <a:rPr lang="it-IT" dirty="0" err="1"/>
              <a:t>content_hash</a:t>
            </a:r>
            <a:r>
              <a:rPr lang="it-IT" dirty="0"/>
              <a:t> = "sha256:abc123..."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910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3F1D-44FE-F0C3-BDB2-88E0B4180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08DBDB-5A3D-AD15-4314-DAEAB13F0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F10375C-EFDD-9CE2-C078-5E108953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 err="1"/>
              <a:t>asset_id</a:t>
            </a:r>
            <a:r>
              <a:rPr lang="it-IT" dirty="0"/>
              <a:t> = 1</a:t>
            </a:r>
            <a:br>
              <a:rPr lang="it-IT" dirty="0"/>
            </a:br>
            <a:r>
              <a:rPr lang="it-IT" dirty="0"/>
              <a:t>uri = "../models/</a:t>
            </a:r>
            <a:r>
              <a:rPr lang="it-IT" dirty="0" err="1"/>
              <a:t>city_mesh.glb</a:t>
            </a:r>
            <a:r>
              <a:rPr lang="it-IT" dirty="0"/>
              <a:t>"</a:t>
            </a:r>
            <a:br>
              <a:rPr lang="it-IT" dirty="0"/>
            </a:br>
            <a:r>
              <a:rPr lang="it-IT" dirty="0" err="1"/>
              <a:t>asset_kind</a:t>
            </a:r>
            <a:r>
              <a:rPr lang="it-IT" dirty="0"/>
              <a:t> = "mesh"</a:t>
            </a:r>
            <a:br>
              <a:rPr lang="it-IT" dirty="0"/>
            </a:br>
            <a:r>
              <a:rPr lang="it-IT" dirty="0" err="1"/>
              <a:t>media_type</a:t>
            </a:r>
            <a:r>
              <a:rPr lang="it-IT" dirty="0"/>
              <a:t> = "model/</a:t>
            </a:r>
            <a:r>
              <a:rPr lang="it-IT" dirty="0" err="1"/>
              <a:t>gltf-binary</a:t>
            </a:r>
            <a:r>
              <a:rPr lang="it-IT" dirty="0"/>
              <a:t>"</a:t>
            </a:r>
            <a:br>
              <a:rPr lang="it-IT" dirty="0"/>
            </a:br>
            <a:r>
              <a:rPr lang="it-IT" dirty="0" err="1"/>
              <a:t>content_hash</a:t>
            </a:r>
            <a:r>
              <a:rPr lang="it-IT" dirty="0"/>
              <a:t> = "sha256:abc123..."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D67DD3-FD09-D83A-D988-D3BDE89CA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0606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semantic_class_id</a:t>
            </a:r>
            <a:r>
              <a:rPr lang="en-US" dirty="0"/>
              <a:t> = formal type of the object</a:t>
            </a:r>
          </a:p>
          <a:p>
            <a:r>
              <a:rPr lang="en-US" dirty="0"/>
              <a:t>role = informal or relationship-specific function of the child relative to the parent</a:t>
            </a:r>
          </a:p>
          <a:p>
            <a:endParaRPr lang="en-US" dirty="0"/>
          </a:p>
          <a:p>
            <a:r>
              <a:rPr lang="it-IT" dirty="0"/>
              <a:t>In </a:t>
            </a:r>
            <a:r>
              <a:rPr lang="it-IT" dirty="0" err="1"/>
              <a:t>other</a:t>
            </a:r>
            <a:r>
              <a:rPr lang="it-IT" dirty="0"/>
              <a:t> words, </a:t>
            </a:r>
            <a:r>
              <a:rPr lang="it-I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usap_city_object_relationship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mean</a:t>
            </a:r>
            <a:r>
              <a:rPr lang="it-IT" dirty="0"/>
              <a:t> “the </a:t>
            </a:r>
            <a:r>
              <a:rPr lang="it-IT" dirty="0" err="1"/>
              <a:t>parent-child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.”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mean</a:t>
            </a:r>
            <a:r>
              <a:rPr lang="it-IT" dirty="0"/>
              <a:t>:</a:t>
            </a:r>
          </a:p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typed</a:t>
            </a:r>
            <a:r>
              <a:rPr lang="it-IT" dirty="0"/>
              <a:t> semantic </a:t>
            </a:r>
            <a:r>
              <a:rPr lang="it-IT" dirty="0" err="1"/>
              <a:t>relationship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city </a:t>
            </a:r>
            <a:r>
              <a:rPr lang="it-IT" dirty="0" err="1"/>
              <a:t>objects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77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0099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4752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4424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9210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Everything</a:t>
            </a:r>
            <a:r>
              <a:rPr lang="it-IT" dirty="0"/>
              <a:t> else </a:t>
            </a:r>
            <a:r>
              <a:rPr lang="it-IT" dirty="0" err="1"/>
              <a:t>is</a:t>
            </a:r>
            <a:r>
              <a:rPr lang="it-IT" dirty="0"/>
              <a:t> support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4977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60608-93FE-4C80-942B-F1287B5FC7BF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715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9731B-59E0-493D-ECBE-BFD50AA09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CDE314F-EC85-EEEA-44FD-BA6C8ED49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3753BE-5D74-ABB6-2298-02015F0C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10878A-A65D-A508-6EA2-24CD2746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5C1414-7D86-7612-1CEB-A3F3F2BF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52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036D6B-A9C9-032D-BC1C-E0FE25A8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37991A-17F5-3BF0-3C11-266F2E2B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333835-F119-7FFD-F9DC-66D01CD5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B2F673-A00C-51B9-AA5D-0E4B722B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FCD32A-4773-55A2-7961-60E4861DE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18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C13637-E248-14D1-F56C-24B1E199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810290-D01F-7A7C-E82D-343E8340D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3118EE-8706-B16D-D812-9335A62A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094159-9708-C009-03C4-DED2B2B8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96AB4F-B166-C35B-5A47-8E0F38E2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62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DC06DF-FE92-2A48-7B76-75C1043B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715871-C0C8-6243-AC48-EC2ACD11E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E7CA9B2-9B3B-1582-0F7C-CFD71DB63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6E09D3-E477-63B7-F7D1-39F00D95C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7914EF-3359-B2D3-640B-988D2DD6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62034D-9EC7-DA0B-8669-762756B2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341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D63B41-3FE1-A167-3C6E-3E4FD8C8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30D464E-B7B8-E005-5882-B480DCEFB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61A0735-7956-87B6-E5B3-B492FCE27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E58058-7A86-35B8-BD3A-12BD26C16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038571-9613-9237-2CF5-00B0F30F6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C94877B-75AE-6208-1883-EA4C1DD5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BB2A146-F749-56E5-2B1E-6F2E01A1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2E14B2A-950E-B1F5-18DC-C5B08A51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75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6E6662-A9CC-BDEE-4BED-61E2F8BA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F2C9891-3D2C-BF6E-3BAE-13B8FA9E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4B1B07-4512-2EF0-9C60-102DC48E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4B6672-A588-FFDE-EB93-F2BFF504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924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DF69608-E9B7-4BE8-56C0-5495652C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C96AA1B-DDD0-5EA3-7E3B-1AE63B66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11F0C4-D00E-EFC2-F457-E92B9C51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427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F7FCCC-013C-0228-87CA-F1B99FE4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825469-FDE5-E98E-5E77-800829735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898257D-913C-A6B1-F34B-4E206554B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0EB5B06-1BC4-92EE-235D-69B9EB3D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FBE695-55FB-65BB-F415-97DC1C39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0A9C3C1-E129-07DF-859E-ABB60B75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04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38D3E4-4F32-3707-5DBC-82702B48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2BB9DC1-3FF3-E54F-05C0-27C5993C4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F19B0E-858F-E296-1C9A-8EBDE4691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3D6E45B-E774-D71D-39AE-7DAE0CB12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5559850-A299-E88F-58E2-4723329E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3389B0-D82B-4A79-F56B-19802BAF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185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7C6D4B-2A43-29CD-7031-EB7A2630F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F68B55-F0BE-5FFD-C8AE-A0BB97AE7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E5510A-B4E8-0E19-969E-6D906793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2113E32-D47A-75A2-9D38-563707AD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4D5AC-5916-FA4D-FBBA-C078A8C5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411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2BB49B9-11D5-F67A-F8A8-28EF1F16C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2E1A94F-CD7A-4EE2-9E92-F29076053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9E6BE6-FE15-874B-10D7-1F1736E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A12589-A132-14D2-21B4-A5FEA990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F86B92-6BD6-944E-E436-4DD93110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341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AB40065-65C4-41AD-45DE-E0C0429F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0CD412-1944-CF4D-2F9C-39F7F7E01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5607AB-47C6-4D6E-EF19-14AA87FCD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678BA-19EC-45D8-B85E-A272E775AD67}" type="datetimeFigureOut">
              <a:rPr lang="it-IT" smtClean="0"/>
              <a:t>07/06/2026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DB2AC6-FBEB-C0D6-3260-7BEB02D87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30F95F-594E-462A-2A14-F5BA9B082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CFD66-5AAB-4BAF-B3AC-7ED8CA0E7C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283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6EACF1-99B4-7942-08CF-80ED505A681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SQL </a:t>
            </a:r>
            <a:r>
              <a:rPr lang="it-IT" dirty="0" err="1"/>
              <a:t>structure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4B7BF2-890B-6D5D-63FF-5D40C9D0CFF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A database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it-IT" dirty="0" err="1"/>
              <a:t>tables</a:t>
            </a:r>
            <a:r>
              <a:rPr lang="it-IT" dirty="0"/>
              <a:t>. A </a:t>
            </a:r>
            <a:r>
              <a:rPr lang="it-IT" dirty="0" err="1"/>
              <a:t>table</a:t>
            </a:r>
            <a:r>
              <a:rPr lang="it-IT" dirty="0"/>
              <a:t>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it-IT" dirty="0" err="1"/>
              <a:t>rows</a:t>
            </a:r>
            <a:r>
              <a:rPr lang="it-IT" dirty="0"/>
              <a:t>. A </a:t>
            </a:r>
            <a:r>
              <a:rPr lang="it-IT" dirty="0" err="1"/>
              <a:t>row</a:t>
            </a:r>
            <a:r>
              <a:rPr lang="it-IT" dirty="0"/>
              <a:t>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it-IT" dirty="0" err="1"/>
              <a:t>columns</a:t>
            </a:r>
            <a:r>
              <a:rPr lang="it-IT" dirty="0"/>
              <a:t>/fields.</a:t>
            </a:r>
          </a:p>
        </p:txBody>
      </p:sp>
    </p:spTree>
    <p:extLst>
      <p:ext uri="{BB962C8B-B14F-4D97-AF65-F5344CB8AC3E}">
        <p14:creationId xmlns:p14="http://schemas.microsoft.com/office/powerpoint/2010/main" val="68257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7755-0D70-6F0D-4330-1AE070A8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6288D-B34C-2A32-5AAD-39345960DE9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 err="1"/>
              <a:t>SQLite</a:t>
            </a:r>
            <a:r>
              <a:rPr lang="it-IT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ECA579-116B-0C29-EFED-305D583F4840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dirty="0"/>
              <a:t>I </a:t>
            </a:r>
            <a:r>
              <a:rPr lang="it-IT" dirty="0" err="1"/>
              <a:t>want</a:t>
            </a:r>
            <a:r>
              <a:rPr lang="it-IT" dirty="0"/>
              <a:t> a </a:t>
            </a:r>
            <a:r>
              <a:rPr lang="it-IT" dirty="0" err="1"/>
              <a:t>local</a:t>
            </a:r>
            <a:r>
              <a:rPr lang="it-IT" dirty="0"/>
              <a:t> working file, so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great</a:t>
            </a:r>
            <a:r>
              <a:rPr lang="it-IT" dirty="0"/>
              <a:t>! </a:t>
            </a:r>
            <a:r>
              <a:rPr lang="it-IT" dirty="0" err="1"/>
              <a:t>SQLite</a:t>
            </a:r>
            <a:r>
              <a:rPr lang="it-IT" dirty="0"/>
              <a:t> </a:t>
            </a:r>
            <a:r>
              <a:rPr lang="it-IT" dirty="0" err="1"/>
              <a:t>give</a:t>
            </a:r>
            <a:r>
              <a:rPr lang="it-IT" dirty="0"/>
              <a:t> me</a:t>
            </a:r>
          </a:p>
          <a:p>
            <a:r>
              <a:rPr lang="en-US" dirty="0"/>
              <a:t>one file</a:t>
            </a:r>
          </a:p>
          <a:p>
            <a:r>
              <a:rPr lang="en-US" dirty="0"/>
              <a:t>transactions</a:t>
            </a:r>
          </a:p>
          <a:p>
            <a:r>
              <a:rPr lang="en-US" dirty="0"/>
              <a:t>indexes</a:t>
            </a:r>
          </a:p>
          <a:p>
            <a:r>
              <a:rPr lang="en-US" dirty="0"/>
              <a:t>foreign keys</a:t>
            </a:r>
          </a:p>
          <a:p>
            <a:r>
              <a:rPr lang="en-US" dirty="0"/>
              <a:t>BLOB storage</a:t>
            </a:r>
          </a:p>
          <a:p>
            <a:r>
              <a:rPr lang="en-US" dirty="0"/>
              <a:t>fast local reads</a:t>
            </a:r>
          </a:p>
          <a:p>
            <a:r>
              <a:rPr lang="en-US" dirty="0"/>
              <a:t>good Python support</a:t>
            </a:r>
          </a:p>
          <a:p>
            <a:r>
              <a:rPr lang="en-US" dirty="0"/>
              <a:t>no server setup</a:t>
            </a:r>
          </a:p>
          <a:p>
            <a:endParaRPr lang="en-US" dirty="0"/>
          </a:p>
          <a:p>
            <a:pPr marL="0" indent="0">
              <a:buNone/>
            </a:pPr>
            <a:r>
              <a:rPr lang="it-IT" dirty="0" err="1"/>
              <a:t>Limitations</a:t>
            </a:r>
            <a:r>
              <a:rPr lang="it-IT" dirty="0"/>
              <a:t>: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work </a:t>
            </a:r>
            <a:r>
              <a:rPr lang="it-IT" i="1" dirty="0" err="1"/>
              <a:t>together</a:t>
            </a:r>
            <a:r>
              <a:rPr lang="it-IT" dirty="0"/>
              <a:t> on the </a:t>
            </a:r>
            <a:r>
              <a:rPr lang="it-IT" dirty="0" err="1"/>
              <a:t>same</a:t>
            </a:r>
            <a:r>
              <a:rPr lang="it-IT" dirty="0"/>
              <a:t> file, </a:t>
            </a:r>
            <a:r>
              <a:rPr lang="it-IT" dirty="0" err="1"/>
              <a:t>another</a:t>
            </a:r>
            <a:r>
              <a:rPr lang="it-IT" dirty="0"/>
              <a:t> database </a:t>
            </a:r>
            <a:r>
              <a:rPr lang="it-IT" dirty="0" err="1"/>
              <a:t>might</a:t>
            </a:r>
            <a:r>
              <a:rPr lang="it-IT" dirty="0"/>
              <a:t> be </a:t>
            </a:r>
            <a:r>
              <a:rPr lang="it-IT" dirty="0" err="1"/>
              <a:t>better</a:t>
            </a:r>
            <a:r>
              <a:rPr lang="it-IT" dirty="0"/>
              <a:t> (</a:t>
            </a:r>
            <a:r>
              <a:rPr lang="it-IT" dirty="0" err="1"/>
              <a:t>postgis</a:t>
            </a:r>
            <a:r>
              <a:rPr lang="it-IT" dirty="0"/>
              <a:t>) MAYBE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287176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854D-5C23-5591-2DCA-B3D84244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3AEA4E-1BF4-B9E2-B626-CA638E5311E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Why </a:t>
            </a:r>
            <a:r>
              <a:rPr lang="it-IT" dirty="0" err="1"/>
              <a:t>GeoPackage</a:t>
            </a:r>
            <a:r>
              <a:rPr lang="it-IT" dirty="0"/>
              <a:t>/</a:t>
            </a:r>
            <a:r>
              <a:rPr lang="it-IT" dirty="0" err="1"/>
              <a:t>SQLite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A4264-F936-08C2-D70A-A8D8EAF1CE3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In a </a:t>
            </a:r>
            <a:r>
              <a:rPr lang="it-IT" dirty="0" err="1"/>
              <a:t>nutshell</a:t>
            </a:r>
            <a:r>
              <a:rPr lang="it-IT" dirty="0"/>
              <a:t>, USAP </a:t>
            </a:r>
            <a:r>
              <a:rPr lang="it-IT" dirty="0" err="1"/>
              <a:t>is</a:t>
            </a:r>
            <a:r>
              <a:rPr lang="it-IT" dirty="0"/>
              <a:t>  a </a:t>
            </a:r>
            <a:r>
              <a:rPr lang="it-IT" dirty="0" err="1"/>
              <a:t>SQLite</a:t>
            </a:r>
            <a:r>
              <a:rPr lang="it-IT" dirty="0"/>
              <a:t> database with a </a:t>
            </a:r>
            <a:r>
              <a:rPr lang="it-IT" dirty="0" err="1"/>
              <a:t>GeoPackage-compatible</a:t>
            </a:r>
            <a:r>
              <a:rPr lang="it-IT" dirty="0"/>
              <a:t> </a:t>
            </a:r>
            <a:r>
              <a:rPr lang="it-IT" dirty="0" err="1"/>
              <a:t>wrapping</a:t>
            </a:r>
            <a:r>
              <a:rPr lang="it-IT" dirty="0"/>
              <a:t>.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The </a:t>
            </a:r>
            <a:r>
              <a:rPr lang="it-IT" dirty="0" err="1"/>
              <a:t>important</a:t>
            </a:r>
            <a:r>
              <a:rPr lang="it-IT" dirty="0"/>
              <a:t> part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SQLite</a:t>
            </a:r>
            <a:r>
              <a:rPr lang="it-IT" dirty="0"/>
              <a:t>! </a:t>
            </a:r>
          </a:p>
          <a:p>
            <a:pPr lvl="1"/>
            <a:r>
              <a:rPr lang="it-IT" dirty="0" err="1"/>
              <a:t>GeoPackage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"just" a </a:t>
            </a:r>
            <a:r>
              <a:rPr lang="it-IT" dirty="0" err="1"/>
              <a:t>SQLite-based</a:t>
            </a:r>
            <a:r>
              <a:rPr lang="it-IT" dirty="0"/>
              <a:t> </a:t>
            </a:r>
            <a:r>
              <a:rPr lang="it-IT" dirty="0" err="1"/>
              <a:t>geospatial</a:t>
            </a:r>
            <a:r>
              <a:rPr lang="it-IT" dirty="0"/>
              <a:t> container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351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91CBC2-A206-0D40-F16C-0ED35250D08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USAP </a:t>
            </a:r>
            <a:r>
              <a:rPr lang="it-IT" dirty="0" err="1"/>
              <a:t>claims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94FC79-B3FB-A9B2-1191-55C107060B9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USAP should store a query-oriented object relationship graph, not the full </a:t>
            </a:r>
            <a:r>
              <a:rPr lang="en-US" dirty="0" err="1"/>
              <a:t>CityGML</a:t>
            </a:r>
            <a:r>
              <a:rPr lang="en-US" dirty="0"/>
              <a:t> model.</a:t>
            </a:r>
          </a:p>
          <a:p>
            <a:endParaRPr lang="en-US" dirty="0"/>
          </a:p>
          <a:p>
            <a:pPr marL="0" indent="0">
              <a:buNone/>
            </a:pPr>
            <a:r>
              <a:rPr lang="it-IT" dirty="0" err="1"/>
              <a:t>CityGML</a:t>
            </a:r>
            <a:r>
              <a:rPr lang="it-IT" dirty="0"/>
              <a:t> full model:</a:t>
            </a:r>
          </a:p>
          <a:p>
            <a:pPr marL="0" indent="0">
              <a:buNone/>
            </a:pPr>
            <a:r>
              <a:rPr lang="it-IT" dirty="0"/>
              <a:t>  </a:t>
            </a:r>
            <a:r>
              <a:rPr lang="it-IT" dirty="0" err="1"/>
              <a:t>rich</a:t>
            </a: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, </a:t>
            </a:r>
            <a:r>
              <a:rPr lang="it-IT" dirty="0" err="1"/>
              <a:t>geometry</a:t>
            </a:r>
            <a:r>
              <a:rPr lang="it-IT" dirty="0"/>
              <a:t>, </a:t>
            </a:r>
            <a:r>
              <a:rPr lang="it-IT" dirty="0" err="1"/>
              <a:t>attributes</a:t>
            </a:r>
            <a:r>
              <a:rPr lang="it-IT" dirty="0"/>
              <a:t>, </a:t>
            </a:r>
            <a:r>
              <a:rPr lang="it-IT" dirty="0" err="1"/>
              <a:t>XLinks</a:t>
            </a:r>
            <a:r>
              <a:rPr lang="it-IT" dirty="0"/>
              <a:t>, ADE </a:t>
            </a:r>
            <a:r>
              <a:rPr lang="it-IT" dirty="0" err="1"/>
              <a:t>structures</a:t>
            </a:r>
            <a:r>
              <a:rPr lang="it-IT" dirty="0"/>
              <a:t>, etc.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USAP </a:t>
            </a:r>
            <a:r>
              <a:rPr lang="it-IT" dirty="0" err="1"/>
              <a:t>mirror</a:t>
            </a:r>
            <a:r>
              <a:rPr lang="it-IT" dirty="0"/>
              <a:t>:</a:t>
            </a:r>
          </a:p>
          <a:p>
            <a:pPr marL="0" indent="0">
              <a:buNone/>
            </a:pPr>
            <a:r>
              <a:rPr lang="it-IT" dirty="0"/>
              <a:t>  </a:t>
            </a:r>
            <a:r>
              <a:rPr lang="it-IT" dirty="0" err="1"/>
              <a:t>simplified</a:t>
            </a:r>
            <a:r>
              <a:rPr lang="it-IT" dirty="0"/>
              <a:t> query </a:t>
            </a:r>
            <a:r>
              <a:rPr lang="it-IT" dirty="0" err="1"/>
              <a:t>graph</a:t>
            </a:r>
            <a:r>
              <a:rPr lang="it-IT" dirty="0"/>
              <a:t>:</a:t>
            </a:r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identity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 err="1"/>
              <a:t>important</a:t>
            </a:r>
            <a:r>
              <a:rPr lang="it-IT" dirty="0"/>
              <a:t> </a:t>
            </a:r>
            <a:r>
              <a:rPr lang="it-IT" dirty="0" err="1"/>
              <a:t>parent</a:t>
            </a:r>
            <a:r>
              <a:rPr lang="it-IT" dirty="0"/>
              <a:t>/</a:t>
            </a:r>
            <a:r>
              <a:rPr lang="it-IT" dirty="0" err="1"/>
              <a:t>child</a:t>
            </a:r>
            <a:r>
              <a:rPr lang="it-IT" dirty="0"/>
              <a:t>/part </a:t>
            </a:r>
            <a:r>
              <a:rPr lang="it-IT" dirty="0" err="1"/>
              <a:t>relationships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semantic class</a:t>
            </a:r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 err="1"/>
              <a:t>annotation</a:t>
            </a:r>
            <a:r>
              <a:rPr lang="it-IT" dirty="0"/>
              <a:t> membership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en-US" dirty="0"/>
              <a:t>A city encoded in USAP creates a semantic object graph. Or rather: USAP stores a query-oriented semantic object graph. For performance, it may materialize selected hierarchical relationships, especially part-of / contains / bounded-by relationships, as closure tables.</a:t>
            </a:r>
          </a:p>
          <a:p>
            <a:endParaRPr lang="en-US" dirty="0"/>
          </a:p>
          <a:p>
            <a:r>
              <a:rPr lang="en-US" dirty="0"/>
              <a:t>Elements payload is stored as BLOB (</a:t>
            </a:r>
            <a:r>
              <a:rPr lang="en-US" dirty="0" err="1"/>
              <a:t>sqlite</a:t>
            </a:r>
            <a:r>
              <a:rPr lang="en-US" dirty="0"/>
              <a:t> doesn’t interpret it, it just give you the bites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026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12C7F1A-29D8-E82C-57FA-323DE73E915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MAIN PIPELINE (</a:t>
            </a:r>
            <a:r>
              <a:rPr lang="it-IT" dirty="0" err="1"/>
              <a:t>each</a:t>
            </a:r>
            <a:r>
              <a:rPr lang="it-IT" dirty="0"/>
              <a:t> one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table</a:t>
            </a:r>
            <a:r>
              <a:rPr lang="it-IT" dirty="0"/>
              <a:t>)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9613A2B0-6D7D-A2A6-5D5B-4C53A43AFEA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62500" lnSpcReduction="20000"/>
          </a:bodyPr>
          <a:lstStyle/>
          <a:p>
            <a:r>
              <a:rPr lang="it-IT" dirty="0" err="1"/>
              <a:t>external</a:t>
            </a:r>
            <a:r>
              <a:rPr lang="it-IT" dirty="0"/>
              <a:t> 3D file</a:t>
            </a:r>
          </a:p>
          <a:p>
            <a:pPr marL="0" indent="0">
              <a:buNone/>
            </a:pPr>
            <a:r>
              <a:rPr lang="it-IT" dirty="0"/>
              <a:t>↓</a:t>
            </a:r>
          </a:p>
          <a:p>
            <a:r>
              <a:rPr lang="it-IT" dirty="0" err="1"/>
              <a:t>stable</a:t>
            </a:r>
            <a:r>
              <a:rPr lang="it-IT" dirty="0"/>
              <a:t> asset part</a:t>
            </a:r>
          </a:p>
          <a:p>
            <a:pPr marL="0" indent="0">
              <a:buNone/>
            </a:pPr>
            <a:r>
              <a:rPr lang="it-IT" dirty="0"/>
              <a:t>↓</a:t>
            </a:r>
          </a:p>
          <a:p>
            <a:r>
              <a:rPr lang="it-IT" dirty="0" err="1"/>
              <a:t>element</a:t>
            </a:r>
            <a:r>
              <a:rPr lang="it-IT" dirty="0"/>
              <a:t> </a:t>
            </a:r>
            <a:r>
              <a:rPr lang="it-IT" dirty="0" err="1"/>
              <a:t>IDs</a:t>
            </a:r>
            <a:r>
              <a:rPr lang="it-IT" dirty="0"/>
              <a:t>: face 10, face 11, point 500, ...</a:t>
            </a:r>
          </a:p>
          <a:p>
            <a:pPr marL="0" indent="0">
              <a:buNone/>
            </a:pPr>
            <a:r>
              <a:rPr lang="it-IT" dirty="0"/>
              <a:t> ↓</a:t>
            </a:r>
          </a:p>
          <a:p>
            <a:r>
              <a:rPr lang="it-IT" dirty="0" err="1"/>
              <a:t>annotation</a:t>
            </a:r>
            <a:r>
              <a:rPr lang="it-IT" dirty="0"/>
              <a:t> membership</a:t>
            </a:r>
          </a:p>
          <a:p>
            <a:pPr marL="0" indent="0">
              <a:buNone/>
            </a:pPr>
            <a:r>
              <a:rPr lang="it-IT" dirty="0"/>
              <a:t>↓</a:t>
            </a:r>
          </a:p>
          <a:p>
            <a:r>
              <a:rPr lang="it-IT" dirty="0"/>
              <a:t>semantic </a:t>
            </a:r>
            <a:r>
              <a:rPr lang="it-IT" dirty="0" err="1"/>
              <a:t>annotation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↓</a:t>
            </a:r>
          </a:p>
          <a:p>
            <a:r>
              <a:rPr lang="it-IT" dirty="0"/>
              <a:t>city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identity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↓</a:t>
            </a:r>
          </a:p>
          <a:p>
            <a:r>
              <a:rPr lang="it-IT" dirty="0" err="1"/>
              <a:t>CityGML</a:t>
            </a:r>
            <a:r>
              <a:rPr lang="it-IT" dirty="0"/>
              <a:t> / </a:t>
            </a:r>
            <a:r>
              <a:rPr lang="it-IT" dirty="0" err="1"/>
              <a:t>CityJSON</a:t>
            </a:r>
            <a:r>
              <a:rPr lang="it-IT" dirty="0"/>
              <a:t> / ADE </a:t>
            </a:r>
            <a:r>
              <a:rPr lang="it-IT" dirty="0" err="1"/>
              <a:t>meaning</a:t>
            </a:r>
            <a:r>
              <a:rPr lang="it-IT" dirty="0"/>
              <a:t> and </a:t>
            </a:r>
            <a:r>
              <a:rPr lang="it-IT" dirty="0" err="1"/>
              <a:t>provenance</a:t>
            </a:r>
            <a:endParaRPr lang="it-IT" dirty="0"/>
          </a:p>
        </p:txBody>
      </p:sp>
      <p:sp>
        <p:nvSpPr>
          <p:cNvPr id="6" name="Segnaposto contenuto 4">
            <a:extLst>
              <a:ext uri="{FF2B5EF4-FFF2-40B4-BE49-F238E27FC236}">
                <a16:creationId xmlns:a16="http://schemas.microsoft.com/office/drawing/2014/main" id="{311711FF-085C-497C-A9A1-395668B6CDB5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Annotation: the editable working claim</a:t>
            </a:r>
          </a:p>
          <a:p>
            <a:pPr lvl="1"/>
            <a:r>
              <a:rPr lang="en-US" dirty="0"/>
              <a:t>Example: annotation saying faces 100-130 are building_1_roof_1</a:t>
            </a:r>
          </a:p>
          <a:p>
            <a:endParaRPr lang="en-US" dirty="0"/>
          </a:p>
          <a:p>
            <a:r>
              <a:rPr lang="en-US" dirty="0"/>
              <a:t>Membership: the exact mesh faces / points / elements selected</a:t>
            </a:r>
          </a:p>
          <a:p>
            <a:pPr lvl="1"/>
            <a:r>
              <a:rPr lang="en-US" dirty="0"/>
              <a:t>Example: face IDs [100, 101, 102, 6000, 6001]</a:t>
            </a:r>
          </a:p>
          <a:p>
            <a:pPr lvl="1"/>
            <a:endParaRPr lang="en-US" dirty="0"/>
          </a:p>
          <a:p>
            <a:r>
              <a:rPr lang="en-US" dirty="0"/>
              <a:t>Semantic class: what kind of thing it is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RoofSurface</a:t>
            </a:r>
            <a:endParaRPr lang="en-US" dirty="0"/>
          </a:p>
          <a:p>
            <a:endParaRPr lang="en-US" dirty="0"/>
          </a:p>
          <a:p>
            <a:r>
              <a:rPr lang="en-US" dirty="0"/>
              <a:t>City object: which real/conceptual object it is</a:t>
            </a:r>
          </a:p>
          <a:p>
            <a:pPr lvl="1"/>
            <a:r>
              <a:rPr lang="en-US" dirty="0"/>
              <a:t>Example: building_1_roof_1</a:t>
            </a:r>
          </a:p>
        </p:txBody>
      </p:sp>
    </p:spTree>
    <p:extLst>
      <p:ext uri="{BB962C8B-B14F-4D97-AF65-F5344CB8AC3E}">
        <p14:creationId xmlns:p14="http://schemas.microsoft.com/office/powerpoint/2010/main" val="19073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8C4274-4655-933A-9E05-B42AB388281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EA736E-5C01-340C-0BA0-86184892F8F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Layer 0: Package / </a:t>
            </a:r>
            <a:r>
              <a:rPr lang="en-US" dirty="0" err="1"/>
              <a:t>GeoPackage</a:t>
            </a:r>
            <a:r>
              <a:rPr lang="en-US" dirty="0"/>
              <a:t> housekeeping</a:t>
            </a:r>
          </a:p>
          <a:p>
            <a:r>
              <a:rPr lang="en-US" dirty="0"/>
              <a:t>Layer 1: External assets</a:t>
            </a:r>
          </a:p>
          <a:p>
            <a:r>
              <a:rPr lang="en-US" dirty="0"/>
              <a:t>Layer 2: Semantic classes</a:t>
            </a:r>
          </a:p>
          <a:p>
            <a:r>
              <a:rPr lang="en-US" dirty="0"/>
              <a:t>Layer 3: City objects</a:t>
            </a:r>
          </a:p>
          <a:p>
            <a:r>
              <a:rPr lang="en-US" dirty="0"/>
              <a:t>Layer 4: Annotations</a:t>
            </a:r>
          </a:p>
          <a:p>
            <a:r>
              <a:rPr lang="en-US" dirty="0"/>
              <a:t>Layer 5: Exact element membership</a:t>
            </a:r>
          </a:p>
          <a:p>
            <a:r>
              <a:rPr lang="en-US" dirty="0"/>
              <a:t>Other helpers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(Layers are not SQL objects, just conceptual grouping)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779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D7F796-E93C-903C-E769-450497E1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0 — package and </a:t>
            </a:r>
            <a:r>
              <a:rPr lang="en-US" dirty="0" err="1"/>
              <a:t>GeoPackage</a:t>
            </a:r>
            <a:r>
              <a:rPr lang="en-US" dirty="0"/>
              <a:t> housekeeping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622906-B561-A525-9744-6140DFA4C851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The </a:t>
            </a:r>
            <a:r>
              <a:rPr lang="it-IT" dirty="0" err="1"/>
              <a:t>introduction</a:t>
            </a:r>
            <a:r>
              <a:rPr lang="it-IT" dirty="0"/>
              <a:t> to the file (the </a:t>
            </a:r>
            <a:r>
              <a:rPr lang="it-IT" dirty="0" err="1"/>
              <a:t>boring</a:t>
            </a:r>
            <a:r>
              <a:rPr lang="it-IT" dirty="0"/>
              <a:t>, non-</a:t>
            </a:r>
            <a:r>
              <a:rPr lang="it-IT" dirty="0" err="1"/>
              <a:t>functional</a:t>
            </a:r>
            <a:r>
              <a:rPr lang="it-IT" dirty="0"/>
              <a:t> part). </a:t>
            </a:r>
            <a:r>
              <a:rPr lang="it-IT" dirty="0" err="1"/>
              <a:t>This</a:t>
            </a:r>
            <a:r>
              <a:rPr lang="it-IT" dirty="0"/>
              <a:t> make USAP work like a </a:t>
            </a:r>
            <a:r>
              <a:rPr lang="it-IT" dirty="0" err="1"/>
              <a:t>GeoPackage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it-IT" dirty="0" err="1"/>
              <a:t>gpkg_spatial_ref_sys</a:t>
            </a:r>
            <a:endParaRPr lang="it-IT" dirty="0"/>
          </a:p>
          <a:p>
            <a:pPr lvl="2"/>
            <a:r>
              <a:rPr lang="it-IT" dirty="0" err="1"/>
              <a:t>Example</a:t>
            </a:r>
            <a:r>
              <a:rPr lang="it-IT" dirty="0"/>
              <a:t>: </a:t>
            </a:r>
            <a:r>
              <a:rPr lang="it-IT" dirty="0" err="1"/>
              <a:t>srs_id</a:t>
            </a:r>
            <a:r>
              <a:rPr lang="it-IT" dirty="0"/>
              <a:t> = 4326; </a:t>
            </a:r>
            <a:r>
              <a:rPr lang="it-IT" dirty="0" err="1"/>
              <a:t>organization</a:t>
            </a:r>
            <a:r>
              <a:rPr lang="it-IT" dirty="0"/>
              <a:t> = EPSG; </a:t>
            </a:r>
            <a:r>
              <a:rPr lang="it-IT" dirty="0" err="1"/>
              <a:t>organization_coordsys_id</a:t>
            </a:r>
            <a:r>
              <a:rPr lang="it-IT" dirty="0"/>
              <a:t> = 4326</a:t>
            </a:r>
          </a:p>
          <a:p>
            <a:r>
              <a:rPr lang="it-IT" dirty="0" err="1"/>
              <a:t>gpkg_contents</a:t>
            </a:r>
            <a:endParaRPr lang="it-IT" dirty="0"/>
          </a:p>
          <a:p>
            <a:pPr lvl="2"/>
            <a:r>
              <a:rPr lang="it-IT" dirty="0"/>
              <a:t>"</a:t>
            </a:r>
            <a:r>
              <a:rPr lang="it-IT" dirty="0" err="1"/>
              <a:t>This</a:t>
            </a:r>
            <a:r>
              <a:rPr lang="it-IT" dirty="0"/>
              <a:t> package </a:t>
            </a:r>
            <a:r>
              <a:rPr lang="it-IT" dirty="0" err="1"/>
              <a:t>contains</a:t>
            </a:r>
            <a:r>
              <a:rPr lang="it-IT" dirty="0"/>
              <a:t> the </a:t>
            </a:r>
            <a:r>
              <a:rPr lang="it-IT" dirty="0" err="1"/>
              <a:t>tables</a:t>
            </a:r>
            <a:r>
              <a:rPr lang="it-IT" dirty="0"/>
              <a:t> 1,2,3,4,5 …"</a:t>
            </a:r>
          </a:p>
          <a:p>
            <a:r>
              <a:rPr lang="it-IT" dirty="0" err="1"/>
              <a:t>gpkg_extensions</a:t>
            </a:r>
            <a:endParaRPr lang="it-IT" dirty="0"/>
          </a:p>
          <a:p>
            <a:pPr lvl="2"/>
            <a:r>
              <a:rPr lang="it-IT" dirty="0" err="1"/>
              <a:t>allows</a:t>
            </a:r>
            <a:r>
              <a:rPr lang="it-IT" dirty="0"/>
              <a:t> a </a:t>
            </a:r>
            <a:r>
              <a:rPr lang="it-IT" dirty="0" err="1"/>
              <a:t>GeoPackage</a:t>
            </a:r>
            <a:r>
              <a:rPr lang="it-IT" dirty="0"/>
              <a:t> file to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uses</a:t>
            </a:r>
            <a:r>
              <a:rPr lang="it-IT" dirty="0"/>
              <a:t> USAP and, </a:t>
            </a:r>
            <a:r>
              <a:rPr lang="it-IT" dirty="0" err="1"/>
              <a:t>later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USAP extensions/</a:t>
            </a:r>
            <a:r>
              <a:rPr lang="it-IT" dirty="0" err="1"/>
              <a:t>profiles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uses</a:t>
            </a:r>
            <a:endParaRPr lang="it-IT" dirty="0"/>
          </a:p>
          <a:p>
            <a:r>
              <a:rPr lang="it-IT" dirty="0" err="1"/>
              <a:t>usap_profile</a:t>
            </a:r>
            <a:endParaRPr lang="it-IT" dirty="0"/>
          </a:p>
          <a:p>
            <a:pPr lvl="2"/>
            <a:r>
              <a:rPr lang="it-IT" dirty="0"/>
              <a:t>"Hei, </a:t>
            </a:r>
            <a:r>
              <a:rPr lang="it-IT" dirty="0" err="1"/>
              <a:t>I’m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a </a:t>
            </a:r>
            <a:r>
              <a:rPr lang="it-IT" dirty="0" err="1"/>
              <a:t>geopackage</a:t>
            </a:r>
            <a:r>
              <a:rPr lang="it-IT" dirty="0"/>
              <a:t>, </a:t>
            </a:r>
            <a:r>
              <a:rPr lang="it-IT" dirty="0" err="1"/>
              <a:t>I’m</a:t>
            </a:r>
            <a:r>
              <a:rPr lang="it-IT" dirty="0"/>
              <a:t> </a:t>
            </a:r>
            <a:r>
              <a:rPr lang="it-IT" i="1" dirty="0" err="1"/>
              <a:t>this</a:t>
            </a:r>
            <a:r>
              <a:rPr lang="it-IT" dirty="0"/>
              <a:t> </a:t>
            </a:r>
            <a:r>
              <a:rPr lang="it-IT" dirty="0" err="1"/>
              <a:t>version</a:t>
            </a:r>
            <a:r>
              <a:rPr lang="it-IT" dirty="0"/>
              <a:t> of USAP!"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F719731-3762-8778-8977-0DD4C6C5A55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184131" y="4361081"/>
            <a:ext cx="1794509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sz="1400" dirty="0" err="1"/>
              <a:t>usap_profile</a:t>
            </a:r>
            <a:endParaRPr lang="it-IT" sz="1400" dirty="0"/>
          </a:p>
          <a:p>
            <a:r>
              <a:rPr lang="it-IT" sz="1400" dirty="0"/>
              <a:t>  </a:t>
            </a:r>
            <a:r>
              <a:rPr lang="it-IT" sz="1400" dirty="0" err="1"/>
              <a:t>profile_id</a:t>
            </a:r>
            <a:endParaRPr lang="it-IT" sz="1400" dirty="0"/>
          </a:p>
          <a:p>
            <a:r>
              <a:rPr lang="it-IT" sz="1400" dirty="0"/>
              <a:t>  </a:t>
            </a:r>
            <a:r>
              <a:rPr lang="it-IT" sz="1400" dirty="0" err="1"/>
              <a:t>profile_name</a:t>
            </a:r>
            <a:endParaRPr lang="it-IT" sz="1400" dirty="0"/>
          </a:p>
          <a:p>
            <a:r>
              <a:rPr lang="it-IT" sz="1400" dirty="0"/>
              <a:t>  </a:t>
            </a:r>
            <a:r>
              <a:rPr lang="it-IT" sz="1400" dirty="0" err="1"/>
              <a:t>profile_version</a:t>
            </a:r>
            <a:endParaRPr lang="it-IT" sz="1400" dirty="0"/>
          </a:p>
          <a:p>
            <a:r>
              <a:rPr lang="it-IT" sz="1400" dirty="0"/>
              <a:t>  </a:t>
            </a:r>
            <a:r>
              <a:rPr lang="it-IT" sz="1400" dirty="0" err="1"/>
              <a:t>default_block_size</a:t>
            </a:r>
            <a:endParaRPr lang="it-IT" sz="1400" dirty="0"/>
          </a:p>
          <a:p>
            <a:r>
              <a:rPr lang="it-IT" sz="1400" dirty="0"/>
              <a:t>  </a:t>
            </a:r>
            <a:r>
              <a:rPr lang="it-IT" sz="1400" dirty="0" err="1"/>
              <a:t>default_encoding</a:t>
            </a:r>
            <a:endParaRPr lang="it-IT" sz="1400" dirty="0"/>
          </a:p>
          <a:p>
            <a:r>
              <a:rPr lang="it-IT" sz="1400" dirty="0"/>
              <a:t>  </a:t>
            </a:r>
            <a:r>
              <a:rPr lang="it-IT" sz="1400" dirty="0" err="1"/>
              <a:t>metadata_json</a:t>
            </a:r>
            <a:br>
              <a:rPr lang="it-IT" sz="1400" dirty="0"/>
            </a:b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64051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87E815-9528-2878-2B64-E3EA2C5F0B8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1 — </a:t>
            </a:r>
            <a:r>
              <a:rPr lang="it-IT" dirty="0" err="1"/>
              <a:t>external</a:t>
            </a:r>
            <a:r>
              <a:rPr lang="it-IT" dirty="0"/>
              <a:t> assets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D1A0C9-15E8-999E-E700-EA5183CB8A0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Which</a:t>
            </a:r>
            <a:r>
              <a:rPr lang="it-IT" dirty="0"/>
              <a:t> 3D files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USAP package </a:t>
            </a:r>
            <a:r>
              <a:rPr lang="it-IT" dirty="0" err="1"/>
              <a:t>refer</a:t>
            </a:r>
            <a:r>
              <a:rPr lang="it-IT" dirty="0"/>
              <a:t> to?</a:t>
            </a:r>
          </a:p>
          <a:p>
            <a:r>
              <a:rPr lang="it-IT" dirty="0" err="1"/>
              <a:t>usap_asset</a:t>
            </a:r>
            <a:endParaRPr lang="it-IT" dirty="0"/>
          </a:p>
          <a:p>
            <a:pPr lvl="2"/>
            <a:r>
              <a:rPr lang="it-IT" dirty="0" err="1"/>
              <a:t>asset_id</a:t>
            </a:r>
            <a:endParaRPr lang="it-IT" dirty="0"/>
          </a:p>
          <a:p>
            <a:pPr lvl="2"/>
            <a:r>
              <a:rPr lang="it-IT" dirty="0"/>
              <a:t>uri (location)</a:t>
            </a:r>
          </a:p>
          <a:p>
            <a:pPr lvl="2"/>
            <a:r>
              <a:rPr lang="it-IT" dirty="0" err="1"/>
              <a:t>asset_kind</a:t>
            </a:r>
            <a:endParaRPr lang="it-IT" dirty="0"/>
          </a:p>
          <a:p>
            <a:pPr lvl="2"/>
            <a:r>
              <a:rPr lang="it-IT" dirty="0" err="1"/>
              <a:t>media_type</a:t>
            </a:r>
            <a:endParaRPr lang="it-IT" dirty="0"/>
          </a:p>
          <a:p>
            <a:pPr lvl="2"/>
            <a:r>
              <a:rPr lang="it-IT" dirty="0" err="1"/>
              <a:t>content_hash</a:t>
            </a:r>
            <a:endParaRPr lang="it-IT" dirty="0"/>
          </a:p>
          <a:p>
            <a:pPr lvl="2"/>
            <a:r>
              <a:rPr lang="it-IT" dirty="0" err="1"/>
              <a:t>srs_id</a:t>
            </a:r>
            <a:endParaRPr lang="it-IT" dirty="0"/>
          </a:p>
          <a:p>
            <a:pPr lvl="2"/>
            <a:r>
              <a:rPr lang="it-IT" dirty="0" err="1"/>
              <a:t>metadata_json</a:t>
            </a:r>
            <a:endParaRPr lang="it-IT" dirty="0"/>
          </a:p>
          <a:p>
            <a:r>
              <a:rPr lang="it-IT" dirty="0" err="1"/>
              <a:t>usap_asset_part</a:t>
            </a:r>
            <a:endParaRPr lang="it-IT" dirty="0"/>
          </a:p>
          <a:p>
            <a:pPr lvl="2"/>
            <a:r>
              <a:rPr lang="it-IT" dirty="0" err="1"/>
              <a:t>This</a:t>
            </a:r>
            <a:r>
              <a:rPr lang="it-IT" dirty="0"/>
              <a:t> one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important</a:t>
            </a:r>
            <a:r>
              <a:rPr lang="it-IT" dirty="0"/>
              <a:t>! </a:t>
            </a:r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better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E58B68C-9813-79E1-D3DE-CC3349FEA44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69093" y="2690336"/>
            <a:ext cx="6097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asset_id</a:t>
            </a:r>
            <a:r>
              <a:rPr lang="it-IT" dirty="0"/>
              <a:t> = 1</a:t>
            </a:r>
            <a:br>
              <a:rPr lang="it-IT" dirty="0"/>
            </a:br>
            <a:r>
              <a:rPr lang="it-IT" dirty="0"/>
              <a:t>uri = "../models/</a:t>
            </a:r>
            <a:r>
              <a:rPr lang="it-IT" dirty="0" err="1"/>
              <a:t>city_mesh.glb</a:t>
            </a:r>
            <a:r>
              <a:rPr lang="it-IT" dirty="0"/>
              <a:t>"</a:t>
            </a:r>
            <a:br>
              <a:rPr lang="it-IT" dirty="0"/>
            </a:br>
            <a:r>
              <a:rPr lang="it-IT" dirty="0" err="1"/>
              <a:t>asset_kind</a:t>
            </a:r>
            <a:r>
              <a:rPr lang="it-IT" dirty="0"/>
              <a:t> = "mesh"</a:t>
            </a:r>
            <a:br>
              <a:rPr lang="it-IT" dirty="0"/>
            </a:br>
            <a:r>
              <a:rPr lang="it-IT" dirty="0" err="1"/>
              <a:t>media_type</a:t>
            </a:r>
            <a:r>
              <a:rPr lang="it-IT" dirty="0"/>
              <a:t> = "model/</a:t>
            </a:r>
            <a:r>
              <a:rPr lang="it-IT" dirty="0" err="1"/>
              <a:t>gltf-binary</a:t>
            </a:r>
            <a:r>
              <a:rPr lang="it-IT" dirty="0"/>
              <a:t>"</a:t>
            </a:r>
            <a:br>
              <a:rPr lang="it-IT" dirty="0"/>
            </a:br>
            <a:r>
              <a:rPr lang="it-IT" dirty="0" err="1"/>
              <a:t>content_hash</a:t>
            </a:r>
            <a:r>
              <a:rPr lang="it-IT" dirty="0"/>
              <a:t> = "sha256:abc123..."</a:t>
            </a:r>
          </a:p>
        </p:txBody>
      </p:sp>
    </p:spTree>
    <p:extLst>
      <p:ext uri="{BB962C8B-B14F-4D97-AF65-F5344CB8AC3E}">
        <p14:creationId xmlns:p14="http://schemas.microsoft.com/office/powerpoint/2010/main" val="416473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9C24-466F-E900-2060-C15C349A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BB8A19-093F-B223-ECCA-601538F728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1 — </a:t>
            </a:r>
            <a:r>
              <a:rPr lang="it-IT" dirty="0" err="1"/>
              <a:t>external</a:t>
            </a:r>
            <a:r>
              <a:rPr lang="it-IT" dirty="0"/>
              <a:t> assets: </a:t>
            </a:r>
            <a:r>
              <a:rPr lang="it-IT" dirty="0" err="1"/>
              <a:t>usap</a:t>
            </a:r>
            <a:r>
              <a:rPr lang="it-IT" dirty="0"/>
              <a:t> _</a:t>
            </a:r>
            <a:r>
              <a:rPr lang="it-IT" dirty="0" err="1"/>
              <a:t>asset_part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AEF67E-05C7-FEAE-7B24-9DE500D536C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 err="1"/>
              <a:t>Usap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tiles</a:t>
            </a:r>
            <a:r>
              <a:rPr lang="it-IT" dirty="0"/>
              <a:t>, </a:t>
            </a:r>
            <a:r>
              <a:rPr lang="it-IT" dirty="0" err="1"/>
              <a:t>chunks</a:t>
            </a:r>
            <a:r>
              <a:rPr lang="it-IT" dirty="0"/>
              <a:t>, and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structures</a:t>
            </a:r>
            <a:r>
              <a:rPr lang="it-IT" dirty="0"/>
              <a:t> of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kind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in large 3D data. </a:t>
            </a:r>
          </a:p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table</a:t>
            </a:r>
            <a:r>
              <a:rPr lang="it-IT" dirty="0"/>
              <a:t> </a:t>
            </a:r>
            <a:r>
              <a:rPr lang="it-IT" dirty="0" err="1"/>
              <a:t>answer</a:t>
            </a:r>
            <a:r>
              <a:rPr lang="it-IT" dirty="0"/>
              <a:t> "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exactly</a:t>
            </a:r>
            <a:r>
              <a:rPr lang="it-IT" dirty="0"/>
              <a:t> do the </a:t>
            </a:r>
            <a:r>
              <a:rPr lang="it-IT" dirty="0" err="1"/>
              <a:t>element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live?"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usap_asset_part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asset_part_id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asset_id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part_path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element_kind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element_count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index_origin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minx</a:t>
            </a:r>
            <a:r>
              <a:rPr lang="it-IT" dirty="0"/>
              <a:t>, </a:t>
            </a:r>
            <a:r>
              <a:rPr lang="it-IT" dirty="0" err="1"/>
              <a:t>miny</a:t>
            </a:r>
            <a:r>
              <a:rPr lang="it-IT" dirty="0"/>
              <a:t>, </a:t>
            </a:r>
            <a:r>
              <a:rPr lang="it-IT" dirty="0" err="1"/>
              <a:t>minz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maxx</a:t>
            </a:r>
            <a:r>
              <a:rPr lang="it-IT" dirty="0"/>
              <a:t>, </a:t>
            </a:r>
            <a:r>
              <a:rPr lang="it-IT" dirty="0" err="1"/>
              <a:t>maxy</a:t>
            </a:r>
            <a:r>
              <a:rPr lang="it-IT" dirty="0"/>
              <a:t>, </a:t>
            </a:r>
            <a:r>
              <a:rPr lang="it-IT" dirty="0" err="1"/>
              <a:t>maxz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  </a:t>
            </a:r>
            <a:r>
              <a:rPr lang="it-IT" dirty="0" err="1"/>
              <a:t>metadata_json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78661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18883-1301-65AE-2C82-B00625F3C7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2 — semantic classes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16CA77-2491-DFE3-B1C4-5123A3E04F61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kind</a:t>
            </a:r>
            <a:r>
              <a:rPr lang="it-IT" dirty="0"/>
              <a:t> of semantic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exists</a:t>
            </a:r>
            <a:r>
              <a:rPr lang="it-IT" dirty="0"/>
              <a:t> in </a:t>
            </a:r>
            <a:r>
              <a:rPr lang="it-IT" dirty="0" err="1"/>
              <a:t>this</a:t>
            </a:r>
            <a:r>
              <a:rPr lang="it-IT" dirty="0"/>
              <a:t> USAP? </a:t>
            </a:r>
          </a:p>
          <a:p>
            <a:r>
              <a:rPr lang="en-US" dirty="0" err="1"/>
              <a:t>usap_semantic_class</a:t>
            </a:r>
            <a:r>
              <a:rPr lang="en-US" dirty="0"/>
              <a:t> - What does this annotation mean semantically?</a:t>
            </a:r>
          </a:p>
          <a:p>
            <a:pPr marL="914400" lvl="2" indent="0">
              <a:buNone/>
            </a:pPr>
            <a:r>
              <a:rPr lang="it-IT" dirty="0" err="1"/>
              <a:t>semantic_class_id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3)</a:t>
            </a:r>
            <a:br>
              <a:rPr lang="it-IT" dirty="0"/>
            </a:br>
            <a:r>
              <a:rPr lang="it-IT" dirty="0" err="1"/>
              <a:t>scheme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</a:t>
            </a:r>
            <a:r>
              <a:rPr lang="it-IT" dirty="0" err="1"/>
              <a:t>CityGML</a:t>
            </a:r>
            <a:r>
              <a:rPr lang="it-IT" dirty="0"/>
              <a:t>)</a:t>
            </a:r>
            <a:br>
              <a:rPr lang="it-IT" dirty="0"/>
            </a:br>
            <a:r>
              <a:rPr lang="it-IT" dirty="0" err="1"/>
              <a:t>scheme_version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3.0)</a:t>
            </a:r>
            <a:br>
              <a:rPr lang="it-IT" dirty="0"/>
            </a:br>
            <a:r>
              <a:rPr lang="it-IT" dirty="0" err="1"/>
              <a:t>class_uri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citygml-3.0:bldg:RoofSurface)</a:t>
            </a:r>
            <a:br>
              <a:rPr lang="it-IT" dirty="0"/>
            </a:br>
            <a:r>
              <a:rPr lang="it-IT" dirty="0" err="1"/>
              <a:t>local_name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</a:t>
            </a:r>
            <a:r>
              <a:rPr lang="it-IT" dirty="0" err="1"/>
              <a:t>RoofSurface</a:t>
            </a:r>
            <a:r>
              <a:rPr lang="it-IT" dirty="0"/>
              <a:t>)</a:t>
            </a:r>
            <a:br>
              <a:rPr lang="it-IT" dirty="0"/>
            </a:br>
            <a:r>
              <a:rPr lang="it-IT" dirty="0" err="1"/>
              <a:t>parent_class_id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???)</a:t>
            </a:r>
            <a:br>
              <a:rPr lang="it-IT" dirty="0"/>
            </a:br>
            <a:r>
              <a:rPr lang="it-IT" dirty="0" err="1"/>
              <a:t>is_ade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false)</a:t>
            </a:r>
            <a:br>
              <a:rPr lang="it-IT" dirty="0"/>
            </a:br>
            <a:r>
              <a:rPr lang="it-IT" dirty="0" err="1"/>
              <a:t>metadata_json</a:t>
            </a:r>
            <a:r>
              <a:rPr lang="it-IT" dirty="0"/>
              <a:t> (</a:t>
            </a:r>
            <a:r>
              <a:rPr lang="it-IT" dirty="0" err="1"/>
              <a:t>eg</a:t>
            </a:r>
            <a:r>
              <a:rPr lang="it-IT" dirty="0"/>
              <a:t>: cose)</a:t>
            </a:r>
            <a:endParaRPr lang="en-US" dirty="0"/>
          </a:p>
          <a:p>
            <a:r>
              <a:rPr lang="en-US" dirty="0" err="1"/>
              <a:t>usap_semantic_class_closure</a:t>
            </a:r>
            <a:r>
              <a:rPr lang="en-US" dirty="0"/>
              <a:t> - </a:t>
            </a:r>
            <a:r>
              <a:rPr lang="it-IT" dirty="0"/>
              <a:t>makes “</a:t>
            </a:r>
            <a:r>
              <a:rPr lang="it-IT" dirty="0" err="1"/>
              <a:t>give</a:t>
            </a:r>
            <a:r>
              <a:rPr lang="it-IT" dirty="0"/>
              <a:t> me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RoofSurface</a:t>
            </a:r>
            <a:r>
              <a:rPr lang="it-IT" dirty="0"/>
              <a:t> and </a:t>
            </a:r>
            <a:r>
              <a:rPr lang="it-IT" dirty="0" err="1"/>
              <a:t>subclasses</a:t>
            </a:r>
            <a:r>
              <a:rPr lang="it-IT" dirty="0"/>
              <a:t>” fast</a:t>
            </a:r>
          </a:p>
          <a:p>
            <a:pPr lvl="3"/>
            <a:r>
              <a:rPr lang="it-IT" dirty="0"/>
              <a:t>How?</a:t>
            </a:r>
            <a:endParaRPr lang="en-US" dirty="0"/>
          </a:p>
          <a:p>
            <a:pPr lvl="2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0D0AE0D-A619-31F5-544F-B48E9C5F64A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438073" y="2985631"/>
            <a:ext cx="45291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ADE - </a:t>
            </a:r>
            <a:r>
              <a:rPr lang="it-IT" dirty="0" err="1"/>
              <a:t>example</a:t>
            </a:r>
            <a:br>
              <a:rPr lang="it-IT" dirty="0"/>
            </a:br>
            <a:r>
              <a:rPr lang="it-IT" dirty="0" err="1"/>
              <a:t>semantic_class_id</a:t>
            </a:r>
            <a:r>
              <a:rPr lang="it-IT" dirty="0"/>
              <a:t> = 50</a:t>
            </a:r>
          </a:p>
          <a:p>
            <a:r>
              <a:rPr lang="it-IT" dirty="0" err="1"/>
              <a:t>scheme</a:t>
            </a:r>
            <a:r>
              <a:rPr lang="it-IT" dirty="0"/>
              <a:t> = "</a:t>
            </a:r>
            <a:r>
              <a:rPr lang="it-IT" dirty="0" err="1"/>
              <a:t>citygml</a:t>
            </a:r>
            <a:r>
              <a:rPr lang="it-IT" dirty="0"/>
              <a:t>-ade"</a:t>
            </a:r>
          </a:p>
          <a:p>
            <a:r>
              <a:rPr lang="it-IT" dirty="0" err="1"/>
              <a:t>scheme_version</a:t>
            </a:r>
            <a:r>
              <a:rPr lang="it-IT" dirty="0"/>
              <a:t> = "EnergyADE-2.0"</a:t>
            </a:r>
          </a:p>
          <a:p>
            <a:r>
              <a:rPr lang="it-IT" dirty="0" err="1"/>
              <a:t>class_uri</a:t>
            </a:r>
            <a:r>
              <a:rPr lang="it-IT" dirty="0"/>
              <a:t> = "energy-ade-2.0:ThermalZone"</a:t>
            </a:r>
          </a:p>
          <a:p>
            <a:r>
              <a:rPr lang="it-IT" dirty="0" err="1"/>
              <a:t>local_name</a:t>
            </a:r>
            <a:r>
              <a:rPr lang="it-IT" dirty="0"/>
              <a:t> = "</a:t>
            </a:r>
            <a:r>
              <a:rPr lang="it-IT" dirty="0" err="1"/>
              <a:t>ThermalZone</a:t>
            </a:r>
            <a:r>
              <a:rPr lang="it-IT" dirty="0"/>
              <a:t>"</a:t>
            </a:r>
          </a:p>
          <a:p>
            <a:r>
              <a:rPr lang="it-IT" dirty="0" err="1"/>
              <a:t>is_ade</a:t>
            </a:r>
            <a:r>
              <a:rPr lang="it-IT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3706873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82852-A973-9E45-22C6-22411AC9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996020-59F7-B17A-EBC1-A85EF27D39A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2 — semantic classes: </a:t>
            </a:r>
            <a:r>
              <a:rPr lang="en-US" dirty="0" err="1"/>
              <a:t>usap_semantic_class_closure</a:t>
            </a:r>
            <a:r>
              <a:rPr lang="en-US" dirty="0"/>
              <a:t> 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B29C8E-BA34-9DE2-86B9-094888EFB96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???</a:t>
            </a:r>
            <a:br>
              <a:rPr lang="it-IT" dirty="0"/>
            </a:br>
            <a:r>
              <a:rPr lang="it-IT" dirty="0" err="1"/>
              <a:t>usap_semantic_class_closure</a:t>
            </a:r>
            <a:br>
              <a:rPr lang="it-IT" dirty="0"/>
            </a:br>
            <a:r>
              <a:rPr lang="it-IT" dirty="0"/>
              <a:t>  </a:t>
            </a:r>
            <a:r>
              <a:rPr lang="it-IT" dirty="0" err="1"/>
              <a:t>ancestor_class_id</a:t>
            </a:r>
            <a:br>
              <a:rPr lang="it-IT" dirty="0"/>
            </a:br>
            <a:r>
              <a:rPr lang="it-IT" dirty="0"/>
              <a:t>  </a:t>
            </a:r>
            <a:r>
              <a:rPr lang="it-IT" dirty="0" err="1"/>
              <a:t>descendant_class_id</a:t>
            </a:r>
            <a:br>
              <a:rPr lang="it-IT" dirty="0"/>
            </a:br>
            <a:r>
              <a:rPr lang="it-IT" dirty="0"/>
              <a:t>  </a:t>
            </a:r>
            <a:r>
              <a:rPr lang="it-IT" dirty="0" err="1"/>
              <a:t>depth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/>
              <a:t>A class is considered a descendant of itself.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6858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8CDBF1-7100-DB2E-4360-52D14E9D2E2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3 — city </a:t>
            </a:r>
            <a:r>
              <a:rPr lang="it-IT" dirty="0" err="1"/>
              <a:t>objects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A434A1-D002-D8A8-F822-94C2DB7AD31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-world/</a:t>
            </a:r>
            <a:r>
              <a:rPr lang="it-IT" dirty="0" err="1"/>
              <a:t>conceptual</a:t>
            </a:r>
            <a:r>
              <a:rPr lang="it-IT" dirty="0"/>
              <a:t> city </a:t>
            </a:r>
            <a:r>
              <a:rPr lang="it-IT" dirty="0" err="1"/>
              <a:t>objects</a:t>
            </a:r>
            <a:r>
              <a:rPr lang="it-IT" dirty="0"/>
              <a:t> </a:t>
            </a:r>
            <a:r>
              <a:rPr lang="it-IT" dirty="0" err="1"/>
              <a:t>exist</a:t>
            </a:r>
            <a:r>
              <a:rPr lang="it-IT" dirty="0"/>
              <a:t>?</a:t>
            </a:r>
          </a:p>
          <a:p>
            <a:r>
              <a:rPr lang="en-US" dirty="0" err="1"/>
              <a:t>usap_city_object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usap_city_object_relationship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usap_city_object_closure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Let’s see all in details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155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3D9AF-37AC-94A1-D6BD-3290392D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9A277F-CD69-11D2-52E9-A4050CD9ECB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Layer 3 — city </a:t>
            </a:r>
            <a:r>
              <a:rPr lang="it-IT" dirty="0" err="1"/>
              <a:t>objects</a:t>
            </a:r>
            <a:r>
              <a:rPr lang="it-IT" dirty="0"/>
              <a:t>: </a:t>
            </a:r>
            <a:r>
              <a:rPr lang="en-US" dirty="0" err="1"/>
              <a:t>usap_city_object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846D96-D4FF-06E1-D917-0866A453FD9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A city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actual</a:t>
            </a:r>
            <a:r>
              <a:rPr lang="it-IT" dirty="0"/>
              <a:t> semantic </a:t>
            </a:r>
            <a:r>
              <a:rPr lang="it-IT" dirty="0" err="1"/>
              <a:t>object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usap_city_object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city_object_id</a:t>
            </a:r>
            <a:r>
              <a:rPr lang="en-US" dirty="0"/>
              <a:t> – internal integer user by SQLite (integer)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object_uid</a:t>
            </a:r>
            <a:r>
              <a:rPr lang="en-US" dirty="0"/>
              <a:t> – stable USAP identifier (“Building1_roof1”)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semantic_class_id</a:t>
            </a:r>
            <a:r>
              <a:rPr lang="en-US" dirty="0"/>
              <a:t> – (See semantic classes)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gml_id</a:t>
            </a:r>
            <a:r>
              <a:rPr lang="en-US" dirty="0"/>
              <a:t> - </a:t>
            </a:r>
            <a:r>
              <a:rPr lang="it-IT" dirty="0"/>
              <a:t>optional </a:t>
            </a:r>
            <a:r>
              <a:rPr lang="it-IT" dirty="0" err="1"/>
              <a:t>CityGML</a:t>
            </a:r>
            <a:r>
              <a:rPr lang="it-IT" dirty="0"/>
              <a:t> </a:t>
            </a:r>
            <a:r>
              <a:rPr lang="it-IT" dirty="0" err="1"/>
              <a:t>provenance</a:t>
            </a:r>
            <a:r>
              <a:rPr lang="it-IT" dirty="0"/>
              <a:t> ID (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preserve</a:t>
            </a:r>
            <a:r>
              <a:rPr lang="it-IT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source_asset_id</a:t>
            </a:r>
            <a:r>
              <a:rPr lang="en-US" dirty="0"/>
              <a:t> - </a:t>
            </a:r>
            <a:r>
              <a:rPr lang="it-IT" dirty="0"/>
              <a:t>optional source-</a:t>
            </a:r>
            <a:r>
              <a:rPr lang="it-IT" dirty="0" err="1"/>
              <a:t>specific</a:t>
            </a:r>
            <a:r>
              <a:rPr lang="it-IT" dirty="0"/>
              <a:t> ID (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preserve</a:t>
            </a:r>
            <a:r>
              <a:rPr lang="it-IT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source_object_id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attributes_json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72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59EE-9958-0729-DB61-18E80629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28BA21-5F53-1865-D650-18254BB459A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Layer 3 — city </a:t>
            </a:r>
            <a:r>
              <a:rPr lang="it-IT" dirty="0" err="1"/>
              <a:t>objects</a:t>
            </a:r>
            <a:r>
              <a:rPr lang="it-IT" dirty="0"/>
              <a:t>: </a:t>
            </a:r>
            <a:r>
              <a:rPr lang="en-US" dirty="0" err="1"/>
              <a:t>usap_city_object_relationship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B47286-EA92-976C-46EF-BED5A6E8CAA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stores </a:t>
            </a:r>
            <a:r>
              <a:rPr lang="it-IT" dirty="0" err="1"/>
              <a:t>parent-child</a:t>
            </a:r>
            <a:r>
              <a:rPr lang="it-IT" dirty="0"/>
              <a:t> </a:t>
            </a:r>
            <a:r>
              <a:rPr lang="it-IT" dirty="0" err="1"/>
              <a:t>relationships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quickens</a:t>
            </a:r>
            <a:r>
              <a:rPr lang="it-IT" dirty="0"/>
              <a:t> the query "</a:t>
            </a:r>
            <a:r>
              <a:rPr lang="it-IT" dirty="0" err="1"/>
              <a:t>What</a:t>
            </a:r>
            <a:r>
              <a:rPr lang="it-IT" dirty="0"/>
              <a:t> parts </a:t>
            </a:r>
            <a:r>
              <a:rPr lang="it-IT" dirty="0" err="1"/>
              <a:t>belong</a:t>
            </a:r>
            <a:r>
              <a:rPr lang="it-IT" dirty="0"/>
              <a:t> to building_1?"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usap_city_object_relationship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relationship_id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graph_name</a:t>
            </a:r>
            <a:r>
              <a:rPr lang="en-US" dirty="0"/>
              <a:t> (</a:t>
            </a:r>
            <a:r>
              <a:rPr lang="en-US" dirty="0" err="1"/>
              <a:t>usap_default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child_city_object_id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relationship_type</a:t>
            </a:r>
            <a:r>
              <a:rPr lang="en-US" dirty="0"/>
              <a:t> 	(</a:t>
            </a:r>
            <a:r>
              <a:rPr lang="it-IT" dirty="0"/>
              <a:t>contains,partOf,boundedBy,consistsOf,opening,derivedFrom,associatedWith)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role </a:t>
            </a:r>
          </a:p>
          <a:p>
            <a:pPr marL="0" indent="0">
              <a:buNone/>
            </a:pPr>
            <a:r>
              <a:rPr lang="en-US" dirty="0"/>
              <a:t>	(</a:t>
            </a:r>
            <a:r>
              <a:rPr lang="en-US" dirty="0" err="1"/>
              <a:t>infered</a:t>
            </a:r>
            <a:r>
              <a:rPr lang="en-US" dirty="0"/>
              <a:t> from semantic classes if possible, currently “null”)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source_asset_id</a:t>
            </a:r>
            <a:r>
              <a:rPr lang="en-US" dirty="0"/>
              <a:t> (opt)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source_relation_id</a:t>
            </a:r>
            <a:r>
              <a:rPr lang="en-US" dirty="0"/>
              <a:t> (opt)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metadata_json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5C4405B-4B0B-8B8A-1D6F-74C1ED8F4580}"/>
              </a:ext>
            </a:extLst>
          </p:cNvPr>
          <p:cNvSpPr txBox="1"/>
          <p:nvPr/>
        </p:nvSpPr>
        <p:spPr>
          <a:xfrm>
            <a:off x="4523874" y="5576798"/>
            <a:ext cx="7295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EXAMPLE:</a:t>
            </a:r>
          </a:p>
          <a:p>
            <a:r>
              <a:rPr lang="it-IT" sz="1200" dirty="0"/>
              <a:t>building_1       	-&gt; roof_1          		</a:t>
            </a:r>
            <a:r>
              <a:rPr lang="it-IT" sz="1200" dirty="0" err="1"/>
              <a:t>relationship_type</a:t>
            </a:r>
            <a:r>
              <a:rPr lang="it-IT" sz="1200" dirty="0"/>
              <a:t> = </a:t>
            </a:r>
            <a:r>
              <a:rPr lang="it-IT" sz="1200" dirty="0" err="1"/>
              <a:t>boundedBy</a:t>
            </a:r>
            <a:r>
              <a:rPr lang="it-IT" sz="1200" dirty="0"/>
              <a:t>      	</a:t>
            </a:r>
            <a:r>
              <a:rPr lang="it-IT" sz="1200" dirty="0" err="1"/>
              <a:t>role</a:t>
            </a:r>
            <a:r>
              <a:rPr lang="it-IT" sz="1200" dirty="0"/>
              <a:t> = </a:t>
            </a:r>
            <a:r>
              <a:rPr lang="it-IT" sz="1200" dirty="0" err="1"/>
              <a:t>roof</a:t>
            </a:r>
            <a:endParaRPr lang="it-IT" sz="1200" dirty="0"/>
          </a:p>
          <a:p>
            <a:r>
              <a:rPr lang="it-IT" sz="1200" dirty="0"/>
              <a:t>building_1       -&gt; building_part_1 	</a:t>
            </a:r>
            <a:r>
              <a:rPr lang="it-IT" sz="1200" dirty="0" err="1"/>
              <a:t>relationship_type</a:t>
            </a:r>
            <a:r>
              <a:rPr lang="it-IT" sz="1200" dirty="0"/>
              <a:t> = </a:t>
            </a:r>
            <a:r>
              <a:rPr lang="it-IT" sz="1200" dirty="0" err="1"/>
              <a:t>consistsOf</a:t>
            </a:r>
            <a:r>
              <a:rPr lang="it-IT" sz="1200" dirty="0"/>
              <a:t>     	</a:t>
            </a:r>
            <a:r>
              <a:rPr lang="it-IT" sz="1200" dirty="0" err="1"/>
              <a:t>role</a:t>
            </a:r>
            <a:r>
              <a:rPr lang="it-IT" sz="1200" dirty="0"/>
              <a:t> = </a:t>
            </a:r>
            <a:r>
              <a:rPr lang="it-IT" sz="1200" dirty="0" err="1"/>
              <a:t>buildingPart</a:t>
            </a:r>
            <a:endParaRPr lang="it-IT" sz="1200" dirty="0"/>
          </a:p>
          <a:p>
            <a:r>
              <a:rPr lang="it-IT" sz="1200" dirty="0"/>
              <a:t>wall_1           	-&gt; window_1        	</a:t>
            </a:r>
            <a:r>
              <a:rPr lang="it-IT" sz="1200" dirty="0" err="1"/>
              <a:t>relationship_type</a:t>
            </a:r>
            <a:r>
              <a:rPr lang="it-IT" sz="1200" dirty="0"/>
              <a:t> = opening        	</a:t>
            </a:r>
            <a:r>
              <a:rPr lang="it-IT" sz="1200" dirty="0" err="1"/>
              <a:t>role</a:t>
            </a:r>
            <a:r>
              <a:rPr lang="it-IT" sz="1200" dirty="0"/>
              <a:t> = window</a:t>
            </a:r>
          </a:p>
          <a:p>
            <a:r>
              <a:rPr lang="it-IT" sz="1200" dirty="0"/>
              <a:t>roof_1           	-&gt; solar_zone_1    	</a:t>
            </a:r>
            <a:r>
              <a:rPr lang="it-IT" sz="1200" dirty="0" err="1"/>
              <a:t>relationship_type</a:t>
            </a:r>
            <a:r>
              <a:rPr lang="it-IT" sz="1200" dirty="0"/>
              <a:t> = </a:t>
            </a:r>
            <a:r>
              <a:rPr lang="it-IT" sz="1200" dirty="0" err="1"/>
              <a:t>annotatedBy</a:t>
            </a:r>
            <a:r>
              <a:rPr lang="it-IT" sz="1200" dirty="0"/>
              <a:t>    	</a:t>
            </a:r>
            <a:r>
              <a:rPr lang="it-IT" sz="1200" dirty="0" err="1"/>
              <a:t>role</a:t>
            </a:r>
            <a:r>
              <a:rPr lang="it-IT" sz="1200" dirty="0"/>
              <a:t> = </a:t>
            </a:r>
            <a:r>
              <a:rPr lang="it-IT" sz="1200" dirty="0" err="1"/>
              <a:t>solarPotential</a:t>
            </a:r>
            <a:endParaRPr lang="it-IT" sz="1200" dirty="0"/>
          </a:p>
          <a:p>
            <a:r>
              <a:rPr lang="it-IT" sz="1200" dirty="0"/>
              <a:t>building_1       -&gt; roof_1          		</a:t>
            </a:r>
            <a:r>
              <a:rPr lang="it-IT" sz="1200" dirty="0" err="1"/>
              <a:t>relationship_type</a:t>
            </a:r>
            <a:r>
              <a:rPr lang="it-IT" sz="1200" dirty="0"/>
              <a:t> = </a:t>
            </a:r>
            <a:r>
              <a:rPr lang="it-IT" sz="1200" dirty="0" err="1"/>
              <a:t>usap_primary</a:t>
            </a:r>
            <a:r>
              <a:rPr lang="it-IT" sz="1200" dirty="0"/>
              <a:t>   	</a:t>
            </a:r>
            <a:r>
              <a:rPr lang="it-IT" sz="1200" dirty="0" err="1"/>
              <a:t>role</a:t>
            </a:r>
            <a:r>
              <a:rPr lang="it-IT" sz="1200" dirty="0"/>
              <a:t> = </a:t>
            </a:r>
            <a:r>
              <a:rPr lang="it-IT" sz="1200" dirty="0" err="1"/>
              <a:t>roof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90110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CA9ACD-898A-BE33-F73E-BFFEB76C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"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implies</a:t>
            </a:r>
            <a:r>
              <a:rPr lang="it-IT" dirty="0"/>
              <a:t> i </a:t>
            </a:r>
            <a:r>
              <a:rPr lang="it-IT" dirty="0" err="1"/>
              <a:t>have</a:t>
            </a:r>
            <a:r>
              <a:rPr lang="it-IT" dirty="0"/>
              <a:t> to create a </a:t>
            </a:r>
            <a:r>
              <a:rPr lang="it-IT" dirty="0" err="1"/>
              <a:t>hierarchy</a:t>
            </a:r>
            <a:r>
              <a:rPr lang="it-IT" dirty="0"/>
              <a:t>!"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D56A40-00A8-0DC2-5600-E77D7F6E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Yes,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one CONVENIENT for queries,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doesn’t</a:t>
            </a:r>
            <a:r>
              <a:rPr lang="it-IT" dirty="0"/>
              <a:t> </a:t>
            </a:r>
            <a:r>
              <a:rPr lang="it-IT" dirty="0" err="1"/>
              <a:t>hold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truth.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Semantic relations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objects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still</a:t>
            </a:r>
            <a:r>
              <a:rPr lang="it-IT" dirty="0"/>
              <a:t> </a:t>
            </a:r>
            <a:r>
              <a:rPr lang="it-IT" dirty="0" err="1"/>
              <a:t>left</a:t>
            </a:r>
            <a:r>
              <a:rPr lang="it-IT" dirty="0"/>
              <a:t> to </a:t>
            </a:r>
            <a:r>
              <a:rPr lang="it-IT" dirty="0" err="1"/>
              <a:t>associated</a:t>
            </a:r>
            <a:r>
              <a:rPr lang="it-IT" dirty="0"/>
              <a:t> </a:t>
            </a:r>
            <a:r>
              <a:rPr lang="it-IT" dirty="0" err="1"/>
              <a:t>cityGML</a:t>
            </a:r>
            <a:r>
              <a:rPr lang="it-IT" dirty="0"/>
              <a:t> files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9464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80D2-5342-95FC-5FF1-5FF33F48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C5278-E38D-B628-7705-AF05047D1E7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Layer 3 — city </a:t>
            </a:r>
            <a:r>
              <a:rPr lang="it-IT" dirty="0" err="1"/>
              <a:t>objects</a:t>
            </a:r>
            <a:r>
              <a:rPr lang="it-IT" dirty="0"/>
              <a:t>: </a:t>
            </a:r>
            <a:r>
              <a:rPr lang="en-US" dirty="0" err="1"/>
              <a:t>usap_city_object_closure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7D035C-6B3C-A855-40D2-EC256895576A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speed </a:t>
            </a:r>
            <a:r>
              <a:rPr lang="it-IT" dirty="0" err="1"/>
              <a:t>table</a:t>
            </a:r>
            <a:r>
              <a:rPr lang="it-IT" dirty="0"/>
              <a:t> for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hierarchy</a:t>
            </a:r>
            <a:r>
              <a:rPr lang="it-IT" dirty="0"/>
              <a:t> queries. </a:t>
            </a:r>
            <a:r>
              <a:rPr lang="it-IT" dirty="0" err="1"/>
              <a:t>It</a:t>
            </a:r>
            <a:r>
              <a:rPr lang="it-IT" dirty="0"/>
              <a:t> makes “</a:t>
            </a:r>
            <a:r>
              <a:rPr lang="it-IT" dirty="0" err="1"/>
              <a:t>give</a:t>
            </a:r>
            <a:r>
              <a:rPr lang="it-IT" dirty="0"/>
              <a:t> me building_1 and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subparts</a:t>
            </a:r>
            <a:r>
              <a:rPr lang="it-IT" dirty="0"/>
              <a:t>” fast.</a:t>
            </a:r>
          </a:p>
          <a:p>
            <a:pPr marL="0" indent="0">
              <a:buNone/>
            </a:pP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table</a:t>
            </a:r>
            <a:r>
              <a:rPr lang="it-IT" dirty="0"/>
              <a:t> </a:t>
            </a:r>
            <a:r>
              <a:rPr lang="it-IT" dirty="0" err="1"/>
              <a:t>containing</a:t>
            </a:r>
            <a:r>
              <a:rPr lang="it-IT" dirty="0"/>
              <a:t> </a:t>
            </a:r>
            <a:r>
              <a:rPr lang="it-IT" dirty="0" err="1"/>
              <a:t>precomputed</a:t>
            </a:r>
            <a:r>
              <a:rPr lang="it-IT" dirty="0"/>
              <a:t> </a:t>
            </a:r>
            <a:r>
              <a:rPr lang="it-IT" dirty="0" err="1"/>
              <a:t>ancestor</a:t>
            </a:r>
            <a:r>
              <a:rPr lang="it-IT" dirty="0"/>
              <a:t>/</a:t>
            </a:r>
            <a:r>
              <a:rPr lang="it-IT" dirty="0" err="1"/>
              <a:t>descendant</a:t>
            </a:r>
            <a:r>
              <a:rPr lang="it-IT" dirty="0"/>
              <a:t> links.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(simplified, </a:t>
            </a:r>
            <a:r>
              <a:rPr lang="en-US"/>
              <a:t>no graph): </a:t>
            </a:r>
            <a:br>
              <a:rPr lang="en-US" dirty="0"/>
            </a:br>
            <a:r>
              <a:rPr lang="en-US" dirty="0"/>
              <a:t>ancestor     descendant   depth</a:t>
            </a:r>
          </a:p>
          <a:p>
            <a:pPr marL="0" indent="0">
              <a:buNone/>
            </a:pPr>
            <a:r>
              <a:rPr lang="en-US" dirty="0"/>
              <a:t>-----------  -----------  -----</a:t>
            </a:r>
          </a:p>
          <a:p>
            <a:pPr marL="0" indent="0">
              <a:buNone/>
            </a:pPr>
            <a:r>
              <a:rPr lang="en-US" dirty="0"/>
              <a:t>building_1   </a:t>
            </a:r>
            <a:r>
              <a:rPr lang="en-US" dirty="0" err="1"/>
              <a:t>building_1</a:t>
            </a:r>
            <a:r>
              <a:rPr lang="en-US" dirty="0"/>
              <a:t>   0</a:t>
            </a:r>
          </a:p>
          <a:p>
            <a:pPr marL="0" indent="0">
              <a:buNone/>
            </a:pPr>
            <a:r>
              <a:rPr lang="en-US" dirty="0"/>
              <a:t>building_1   roof_1       1</a:t>
            </a:r>
          </a:p>
          <a:p>
            <a:pPr marL="0" indent="0">
              <a:buNone/>
            </a:pPr>
            <a:r>
              <a:rPr lang="en-US" dirty="0"/>
              <a:t>building_1   wall_1       1</a:t>
            </a:r>
          </a:p>
          <a:p>
            <a:pPr marL="0" indent="0">
              <a:buNone/>
            </a:pPr>
            <a:r>
              <a:rPr lang="en-US" dirty="0"/>
              <a:t>building_1   window_1     2</a:t>
            </a:r>
          </a:p>
          <a:p>
            <a:pPr marL="0" indent="0">
              <a:buNone/>
            </a:pPr>
            <a:r>
              <a:rPr lang="en-US" dirty="0"/>
              <a:t>roof_1       </a:t>
            </a:r>
            <a:r>
              <a:rPr lang="en-US" dirty="0" err="1"/>
              <a:t>roof_1</a:t>
            </a:r>
            <a:r>
              <a:rPr lang="en-US" dirty="0"/>
              <a:t>       0</a:t>
            </a:r>
          </a:p>
          <a:p>
            <a:pPr marL="0" indent="0">
              <a:buNone/>
            </a:pPr>
            <a:r>
              <a:rPr lang="en-US" dirty="0"/>
              <a:t>wall_1       </a:t>
            </a:r>
            <a:r>
              <a:rPr lang="en-US" dirty="0" err="1"/>
              <a:t>wall_1</a:t>
            </a:r>
            <a:r>
              <a:rPr lang="en-US" dirty="0"/>
              <a:t>       0</a:t>
            </a:r>
          </a:p>
          <a:p>
            <a:pPr marL="0" indent="0">
              <a:buNone/>
            </a:pPr>
            <a:r>
              <a:rPr lang="en-US" dirty="0"/>
              <a:t>wall_1       window_1     1</a:t>
            </a:r>
          </a:p>
          <a:p>
            <a:pPr marL="0" indent="0">
              <a:buNone/>
            </a:pPr>
            <a:r>
              <a:rPr lang="en-US" dirty="0"/>
              <a:t>window_1     </a:t>
            </a:r>
            <a:r>
              <a:rPr lang="en-US" dirty="0" err="1"/>
              <a:t>window_1</a:t>
            </a:r>
            <a:r>
              <a:rPr lang="en-US" dirty="0"/>
              <a:t>     0</a:t>
            </a:r>
          </a:p>
        </p:txBody>
      </p:sp>
    </p:spTree>
    <p:extLst>
      <p:ext uri="{BB962C8B-B14F-4D97-AF65-F5344CB8AC3E}">
        <p14:creationId xmlns:p14="http://schemas.microsoft.com/office/powerpoint/2010/main" val="80455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A1BF91-408C-E857-1A7F-17C68D2C57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4 — </a:t>
            </a:r>
            <a:r>
              <a:rPr lang="it-IT" dirty="0" err="1"/>
              <a:t>annotations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C945CA-3639-30E5-F4CC-50EADD4675A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editable</a:t>
            </a:r>
            <a:r>
              <a:rPr lang="it-IT" dirty="0"/>
              <a:t> semantic </a:t>
            </a:r>
            <a:r>
              <a:rPr lang="it-IT" i="1" dirty="0" err="1"/>
              <a:t>annotations</a:t>
            </a:r>
            <a:r>
              <a:rPr lang="it-IT" dirty="0"/>
              <a:t> </a:t>
            </a:r>
            <a:r>
              <a:rPr lang="it-IT" dirty="0" err="1"/>
              <a:t>exist</a:t>
            </a:r>
            <a:r>
              <a:rPr lang="it-IT" dirty="0"/>
              <a:t>?</a:t>
            </a:r>
          </a:p>
          <a:p>
            <a:pPr marL="0" indent="0">
              <a:buNone/>
            </a:pPr>
            <a:endParaRPr lang="it-IT" dirty="0"/>
          </a:p>
          <a:p>
            <a:r>
              <a:rPr lang="en-US" dirty="0" err="1"/>
              <a:t>usap_annotation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usap_annotation_object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Again, one by 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76989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BBB6-FB41-5F71-F3D2-44C689F1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7D4182-EB74-FBB6-E8A6-BA2DB6BA413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Layer 4 — </a:t>
            </a:r>
            <a:r>
              <a:rPr lang="it-IT" dirty="0" err="1"/>
              <a:t>annotations</a:t>
            </a:r>
            <a:r>
              <a:rPr lang="it-IT" dirty="0"/>
              <a:t>: </a:t>
            </a:r>
            <a:r>
              <a:rPr lang="en-US" dirty="0" err="1"/>
              <a:t>usap_annotation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2A627E-E837-6D25-E655-3A345A2554A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dirty="0"/>
              <a:t>Many </a:t>
            </a:r>
            <a:r>
              <a:rPr lang="it-IT" dirty="0" err="1"/>
              <a:t>ids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i 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annotations</a:t>
            </a:r>
            <a:r>
              <a:rPr lang="it-IT" dirty="0"/>
              <a:t> for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object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 err="1"/>
              <a:t>usap_annotation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annotation_id</a:t>
            </a:r>
            <a:r>
              <a:rPr lang="en-US" dirty="0"/>
              <a:t> (integer)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annotation_uid</a:t>
            </a:r>
            <a:r>
              <a:rPr lang="en-US" dirty="0"/>
              <a:t> (full name, more stable for CRUD)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semantic_class_id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primary_city_object_id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label</a:t>
            </a:r>
          </a:p>
          <a:p>
            <a:pPr marL="0" indent="0">
              <a:buNone/>
            </a:pPr>
            <a:r>
              <a:rPr lang="en-US" dirty="0"/>
              <a:t>  status (?)</a:t>
            </a:r>
          </a:p>
          <a:p>
            <a:pPr marL="457200" lvl="1" indent="0">
              <a:buNone/>
            </a:pPr>
            <a:r>
              <a:rPr lang="it-IT" sz="1500" dirty="0"/>
              <a:t>Draft, </a:t>
            </a:r>
            <a:r>
              <a:rPr lang="it-IT" sz="1500" dirty="0" err="1"/>
              <a:t>accepted</a:t>
            </a:r>
            <a:r>
              <a:rPr lang="it-IT" sz="1500" dirty="0"/>
              <a:t> (default), </a:t>
            </a:r>
            <a:r>
              <a:rPr lang="it-IT" sz="1500" dirty="0" err="1"/>
              <a:t>rejected</a:t>
            </a:r>
            <a:r>
              <a:rPr lang="it-IT" sz="1500" dirty="0"/>
              <a:t>, </a:t>
            </a:r>
            <a:r>
              <a:rPr lang="it-IT" sz="1500" dirty="0" err="1"/>
              <a:t>deprecated</a:t>
            </a:r>
            <a:r>
              <a:rPr lang="it-IT" sz="1500" dirty="0"/>
              <a:t>, </a:t>
            </a:r>
            <a:r>
              <a:rPr lang="it-IT" sz="1500" dirty="0" err="1"/>
              <a:t>needs_review</a:t>
            </a:r>
            <a:endParaRPr lang="en-US" sz="1500" dirty="0"/>
          </a:p>
          <a:p>
            <a:pPr marL="0" indent="0">
              <a:buNone/>
            </a:pPr>
            <a:r>
              <a:rPr lang="en-US" dirty="0"/>
              <a:t>  confidence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attributes_json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3E92E3B-DD02-B9B6-C5DE-A15AF266B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723823" y="3591640"/>
            <a:ext cx="479202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 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??</a:t>
            </a:r>
          </a:p>
          <a:p>
            <a:endParaRPr lang="it-IT" dirty="0"/>
          </a:p>
          <a:p>
            <a:r>
              <a:rPr lang="it-IT" dirty="0" err="1"/>
              <a:t>accepted</a:t>
            </a:r>
            <a:r>
              <a:rPr lang="it-IT" dirty="0"/>
              <a:t> </a:t>
            </a:r>
            <a:r>
              <a:rPr lang="it-IT" dirty="0" err="1"/>
              <a:t>annotation</a:t>
            </a:r>
            <a:endParaRPr lang="it-IT" dirty="0"/>
          </a:p>
          <a:p>
            <a:r>
              <a:rPr lang="it-IT" dirty="0"/>
              <a:t>draft </a:t>
            </a:r>
            <a:r>
              <a:rPr lang="it-IT" dirty="0" err="1"/>
              <a:t>annotation</a:t>
            </a:r>
            <a:endParaRPr lang="it-IT" dirty="0"/>
          </a:p>
          <a:p>
            <a:r>
              <a:rPr lang="it-IT" dirty="0" err="1"/>
              <a:t>automatic</a:t>
            </a:r>
            <a:r>
              <a:rPr lang="it-IT" dirty="0"/>
              <a:t> </a:t>
            </a:r>
            <a:r>
              <a:rPr lang="it-IT" dirty="0" err="1"/>
              <a:t>annotation</a:t>
            </a:r>
            <a:r>
              <a:rPr lang="it-IT" dirty="0"/>
              <a:t> with low confidence</a:t>
            </a:r>
          </a:p>
          <a:p>
            <a:r>
              <a:rPr lang="it-IT" dirty="0" err="1"/>
              <a:t>manual</a:t>
            </a:r>
            <a:r>
              <a:rPr lang="it-IT" dirty="0"/>
              <a:t> </a:t>
            </a:r>
            <a:r>
              <a:rPr lang="it-IT" dirty="0" err="1"/>
              <a:t>correction</a:t>
            </a:r>
            <a:endParaRPr lang="it-IT" dirty="0"/>
          </a:p>
          <a:p>
            <a:r>
              <a:rPr lang="it-IT" dirty="0"/>
              <a:t>alternative </a:t>
            </a:r>
            <a:r>
              <a:rPr lang="it-IT" dirty="0" err="1"/>
              <a:t>interpretation</a:t>
            </a:r>
            <a:endParaRPr lang="it-IT" dirty="0"/>
          </a:p>
          <a:p>
            <a:r>
              <a:rPr lang="it-IT" dirty="0"/>
              <a:t>temporary </a:t>
            </a:r>
            <a:r>
              <a:rPr lang="it-IT" dirty="0" err="1"/>
              <a:t>selection</a:t>
            </a:r>
            <a:endParaRPr lang="it-IT" dirty="0"/>
          </a:p>
          <a:p>
            <a:r>
              <a:rPr lang="it-IT" dirty="0"/>
              <a:t>review state</a:t>
            </a:r>
          </a:p>
        </p:txBody>
      </p:sp>
    </p:spTree>
    <p:extLst>
      <p:ext uri="{BB962C8B-B14F-4D97-AF65-F5344CB8AC3E}">
        <p14:creationId xmlns:p14="http://schemas.microsoft.com/office/powerpoint/2010/main" val="2420477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50F2-048D-062E-FAD8-64D8C9C5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E02731-6228-47D6-461E-1D718DB346F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Layer 4 — </a:t>
            </a:r>
            <a:r>
              <a:rPr lang="it-IT" dirty="0" err="1"/>
              <a:t>annotations</a:t>
            </a:r>
            <a:r>
              <a:rPr lang="it-IT" dirty="0"/>
              <a:t>: </a:t>
            </a:r>
            <a:r>
              <a:rPr lang="en-US" dirty="0" err="1"/>
              <a:t>usap_annotation_object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71C250-AC67-2369-59B7-CF2C29948F78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links </a:t>
            </a:r>
            <a:r>
              <a:rPr lang="it-IT" dirty="0" err="1"/>
              <a:t>annotations</a:t>
            </a:r>
            <a:r>
              <a:rPr lang="it-IT" dirty="0"/>
              <a:t> to city </a:t>
            </a:r>
            <a:r>
              <a:rPr lang="it-IT" dirty="0" err="1"/>
              <a:t>objects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 err="1"/>
              <a:t>usap_annotation_object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annotation_id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city_object_id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relation_type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48E7B68-E755-7295-E01B-9FF90FDFD59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197543" y="4457968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Represents</a:t>
            </a:r>
            <a:r>
              <a:rPr lang="it-IT" dirty="0"/>
              <a:t> (common)</a:t>
            </a:r>
          </a:p>
          <a:p>
            <a:r>
              <a:rPr lang="it-IT" dirty="0" err="1"/>
              <a:t>partially_represents</a:t>
            </a:r>
            <a:endParaRPr lang="it-IT" dirty="0"/>
          </a:p>
          <a:p>
            <a:r>
              <a:rPr lang="it-IT" dirty="0" err="1"/>
              <a:t>refines</a:t>
            </a:r>
            <a:endParaRPr lang="it-IT" dirty="0"/>
          </a:p>
          <a:p>
            <a:r>
              <a:rPr lang="it-IT" dirty="0" err="1"/>
              <a:t>replaces</a:t>
            </a:r>
            <a:endParaRPr lang="it-IT" dirty="0"/>
          </a:p>
          <a:p>
            <a:r>
              <a:rPr lang="it-IT" dirty="0" err="1"/>
              <a:t>invalidates</a:t>
            </a:r>
            <a:endParaRPr lang="it-IT" dirty="0"/>
          </a:p>
          <a:p>
            <a:r>
              <a:rPr lang="it-IT" dirty="0" err="1"/>
              <a:t>derived_from</a:t>
            </a:r>
            <a:endParaRPr lang="it-IT" dirty="0"/>
          </a:p>
          <a:p>
            <a:r>
              <a:rPr lang="it-IT" dirty="0" err="1"/>
              <a:t>candidate_for</a:t>
            </a:r>
            <a:endParaRPr lang="it-IT" dirty="0"/>
          </a:p>
          <a:p>
            <a:r>
              <a:rPr lang="it-IT" dirty="0" err="1"/>
              <a:t>observes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6615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55E63F-29E5-52AA-1A41-C001B16B4B3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</a:t>
            </a:r>
            <a:r>
              <a:rPr lang="en-US" dirty="0" err="1"/>
              <a:t>ayer</a:t>
            </a:r>
            <a:r>
              <a:rPr lang="en-US" dirty="0"/>
              <a:t> 5 — exact element membership: </a:t>
            </a:r>
            <a:r>
              <a:rPr lang="it-IT" dirty="0" err="1"/>
              <a:t>usap_membership_block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57E819-E313-4B89-3475-211C1515826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important</a:t>
            </a:r>
            <a:r>
              <a:rPr lang="it-IT" dirty="0"/>
              <a:t> performance </a:t>
            </a:r>
            <a:r>
              <a:rPr lang="it-IT" dirty="0" err="1"/>
              <a:t>layer</a:t>
            </a:r>
            <a:r>
              <a:rPr lang="it-IT" dirty="0"/>
              <a:t>. One </a:t>
            </a:r>
            <a:r>
              <a:rPr lang="it-IT" dirty="0" err="1"/>
              <a:t>table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answer</a:t>
            </a:r>
            <a:r>
              <a:rPr lang="it-IT" dirty="0"/>
              <a:t>: "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exact</a:t>
            </a:r>
            <a:r>
              <a:rPr lang="it-IT" dirty="0"/>
              <a:t> </a:t>
            </a:r>
            <a:r>
              <a:rPr lang="it-IT" dirty="0" err="1"/>
              <a:t>faces</a:t>
            </a:r>
            <a:r>
              <a:rPr lang="it-IT" dirty="0"/>
              <a:t>, points, </a:t>
            </a:r>
            <a:r>
              <a:rPr lang="it-IT" dirty="0" err="1"/>
              <a:t>vertices</a:t>
            </a:r>
            <a:r>
              <a:rPr lang="it-IT" dirty="0"/>
              <a:t>, or </a:t>
            </a:r>
            <a:r>
              <a:rPr lang="it-IT" dirty="0" err="1"/>
              <a:t>elements</a:t>
            </a:r>
            <a:r>
              <a:rPr lang="it-IT" dirty="0"/>
              <a:t> </a:t>
            </a:r>
            <a:r>
              <a:rPr lang="it-IT" dirty="0" err="1"/>
              <a:t>belong</a:t>
            </a:r>
            <a:r>
              <a:rPr lang="it-IT" dirty="0"/>
              <a:t> to an </a:t>
            </a:r>
            <a:r>
              <a:rPr lang="it-IT" dirty="0" err="1"/>
              <a:t>annotation</a:t>
            </a:r>
            <a:r>
              <a:rPr lang="it-IT" dirty="0"/>
              <a:t>?"</a:t>
            </a:r>
            <a:br>
              <a:rPr lang="it-IT" dirty="0"/>
            </a:br>
            <a:endParaRPr lang="it-IT" dirty="0"/>
          </a:p>
          <a:p>
            <a:pPr marL="0" indent="0">
              <a:buNone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cannot</a:t>
            </a:r>
            <a:r>
              <a:rPr lang="it-IT" dirty="0"/>
              <a:t> use </a:t>
            </a:r>
            <a:r>
              <a:rPr lang="it-IT" dirty="0" err="1"/>
              <a:t>something</a:t>
            </a:r>
            <a:r>
              <a:rPr lang="it-IT" dirty="0"/>
              <a:t> like:</a:t>
            </a:r>
            <a:br>
              <a:rPr lang="it-IT" dirty="0"/>
            </a:br>
            <a:r>
              <a:rPr lang="en-US" dirty="0" err="1"/>
              <a:t>annotation_id</a:t>
            </a:r>
            <a:r>
              <a:rPr lang="en-US" dirty="0"/>
              <a:t> | </a:t>
            </a:r>
            <a:r>
              <a:rPr lang="en-US" dirty="0" err="1"/>
              <a:t>asset_part_id</a:t>
            </a:r>
            <a:r>
              <a:rPr lang="en-US" dirty="0"/>
              <a:t> | </a:t>
            </a:r>
            <a:r>
              <a:rPr lang="en-US" dirty="0" err="1"/>
              <a:t>element_kind</a:t>
            </a:r>
            <a:r>
              <a:rPr lang="en-US" dirty="0"/>
              <a:t> | </a:t>
            </a:r>
            <a:r>
              <a:rPr lang="en-US" dirty="0" err="1"/>
              <a:t>element_index</a:t>
            </a:r>
            <a:br>
              <a:rPr lang="en-US" dirty="0"/>
            </a:br>
            <a:r>
              <a:rPr lang="en-US" dirty="0"/>
              <a:t>Because for 40M elements model is very big and slow.</a:t>
            </a:r>
            <a:endParaRPr lang="it-IT" dirty="0"/>
          </a:p>
          <a:p>
            <a:pPr marL="0" indent="0">
              <a:buNone/>
            </a:pPr>
            <a:br>
              <a:rPr lang="it-IT" dirty="0"/>
            </a:br>
            <a:r>
              <a:rPr lang="it-IT" dirty="0" err="1"/>
              <a:t>usap_membership_block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4085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D007-5804-5E30-7703-423001D47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4785DC-A52C-4BB0-DA68-A702D9BA81A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</a:t>
            </a:r>
            <a:r>
              <a:rPr lang="en-US" dirty="0" err="1"/>
              <a:t>ayer</a:t>
            </a:r>
            <a:r>
              <a:rPr lang="en-US" dirty="0"/>
              <a:t> 5 — exact element membership: </a:t>
            </a:r>
            <a:r>
              <a:rPr lang="it-IT" dirty="0" err="1"/>
              <a:t>usap_membership_block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A2018D-B776-FD0C-C00E-F494293D3A16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Why </a:t>
            </a:r>
            <a:r>
              <a:rPr lang="it-IT" dirty="0" err="1"/>
              <a:t>blocks</a:t>
            </a:r>
            <a:r>
              <a:rPr lang="it-IT" dirty="0"/>
              <a:t>? To store </a:t>
            </a:r>
            <a:r>
              <a:rPr lang="it-IT" dirty="0" err="1"/>
              <a:t>smaller</a:t>
            </a:r>
            <a:r>
              <a:rPr lang="it-IT" dirty="0"/>
              <a:t> </a:t>
            </a:r>
            <a:r>
              <a:rPr lang="it-IT" dirty="0" err="1"/>
              <a:t>numbers</a:t>
            </a:r>
            <a:r>
              <a:rPr lang="it-IT" dirty="0"/>
              <a:t> (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compression</a:t>
            </a:r>
            <a:r>
              <a:rPr lang="it-IT" dirty="0"/>
              <a:t>, </a:t>
            </a:r>
            <a:r>
              <a:rPr lang="it-IT" dirty="0" err="1"/>
              <a:t>smaller</a:t>
            </a:r>
            <a:r>
              <a:rPr lang="it-IT" dirty="0"/>
              <a:t> payloads, </a:t>
            </a:r>
            <a:r>
              <a:rPr lang="it-IT" dirty="0" err="1"/>
              <a:t>simpler</a:t>
            </a:r>
            <a:r>
              <a:rPr lang="it-IT" dirty="0"/>
              <a:t> test)</a:t>
            </a:r>
            <a:br>
              <a:rPr lang="it-IT" dirty="0"/>
            </a:br>
            <a:r>
              <a:rPr lang="it-IT" dirty="0"/>
              <a:t>Roof </a:t>
            </a:r>
            <a:r>
              <a:rPr lang="it-IT" dirty="0" err="1"/>
              <a:t>annotation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: 100, 101, 102, 6000, 6001</a:t>
            </a:r>
          </a:p>
          <a:p>
            <a:pPr marL="0" indent="0">
              <a:buNone/>
            </a:pPr>
            <a:r>
              <a:rPr lang="it-IT" dirty="0"/>
              <a:t>Then USAP do: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1E6124C-AAE8-3C28-9ECD-FD309FC276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45833" y="3671977"/>
            <a:ext cx="6097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First </a:t>
            </a:r>
            <a:r>
              <a:rPr lang="it-IT" dirty="0" err="1"/>
              <a:t>block</a:t>
            </a:r>
            <a:br>
              <a:rPr lang="it-IT" dirty="0"/>
            </a:br>
            <a:r>
              <a:rPr lang="it-IT" dirty="0" err="1"/>
              <a:t>annotation_id</a:t>
            </a:r>
            <a:r>
              <a:rPr lang="it-IT" dirty="0"/>
              <a:t> = </a:t>
            </a:r>
            <a:r>
              <a:rPr lang="it-IT" dirty="0" err="1"/>
              <a:t>roof</a:t>
            </a:r>
            <a:r>
              <a:rPr lang="it-IT" dirty="0"/>
              <a:t> </a:t>
            </a:r>
            <a:r>
              <a:rPr lang="it-IT" dirty="0" err="1"/>
              <a:t>annotation</a:t>
            </a:r>
            <a:endParaRPr lang="it-IT" dirty="0"/>
          </a:p>
          <a:p>
            <a:r>
              <a:rPr lang="it-IT" dirty="0" err="1"/>
              <a:t>asset_part_id</a:t>
            </a:r>
            <a:r>
              <a:rPr lang="it-IT" dirty="0"/>
              <a:t> = mesh primitive</a:t>
            </a:r>
          </a:p>
          <a:p>
            <a:r>
              <a:rPr lang="it-IT" dirty="0" err="1"/>
              <a:t>element_kind</a:t>
            </a:r>
            <a:r>
              <a:rPr lang="it-IT" dirty="0"/>
              <a:t> = face</a:t>
            </a:r>
          </a:p>
          <a:p>
            <a:r>
              <a:rPr lang="it-IT" dirty="0" err="1"/>
              <a:t>block_start</a:t>
            </a:r>
            <a:r>
              <a:rPr lang="it-IT" dirty="0"/>
              <a:t> = 0</a:t>
            </a:r>
          </a:p>
          <a:p>
            <a:r>
              <a:rPr lang="it-IT" dirty="0" err="1"/>
              <a:t>block_size</a:t>
            </a:r>
            <a:r>
              <a:rPr lang="it-IT" dirty="0"/>
              <a:t> = 4096</a:t>
            </a:r>
          </a:p>
          <a:p>
            <a:r>
              <a:rPr lang="it-IT" dirty="0"/>
              <a:t>payload = </a:t>
            </a:r>
            <a:r>
              <a:rPr lang="it-IT" dirty="0" err="1"/>
              <a:t>compressed</a:t>
            </a:r>
            <a:r>
              <a:rPr lang="it-IT" dirty="0"/>
              <a:t> </a:t>
            </a:r>
            <a:r>
              <a:rPr lang="it-IT" dirty="0" err="1"/>
              <a:t>offsets</a:t>
            </a:r>
            <a:r>
              <a:rPr lang="it-IT" dirty="0"/>
              <a:t> [100, 101, 102]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429890F-3AB0-8BE5-AF6C-80EE76B8958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94096" y="3671976"/>
            <a:ext cx="60979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Secondo </a:t>
            </a:r>
            <a:r>
              <a:rPr lang="it-IT" dirty="0" err="1"/>
              <a:t>block</a:t>
            </a:r>
            <a:endParaRPr lang="it-IT" dirty="0"/>
          </a:p>
          <a:p>
            <a:r>
              <a:rPr lang="it-IT" dirty="0" err="1"/>
              <a:t>annotation_id</a:t>
            </a:r>
            <a:r>
              <a:rPr lang="it-IT" dirty="0"/>
              <a:t> = </a:t>
            </a:r>
            <a:r>
              <a:rPr lang="it-IT" dirty="0" err="1"/>
              <a:t>roof</a:t>
            </a:r>
            <a:r>
              <a:rPr lang="it-IT" dirty="0"/>
              <a:t> </a:t>
            </a:r>
            <a:r>
              <a:rPr lang="it-IT" dirty="0" err="1"/>
              <a:t>annotation</a:t>
            </a:r>
            <a:endParaRPr lang="it-IT" dirty="0"/>
          </a:p>
          <a:p>
            <a:r>
              <a:rPr lang="it-IT" dirty="0" err="1"/>
              <a:t>asset_part_id</a:t>
            </a:r>
            <a:r>
              <a:rPr lang="it-IT" dirty="0"/>
              <a:t> = mesh primitive</a:t>
            </a:r>
          </a:p>
          <a:p>
            <a:r>
              <a:rPr lang="it-IT" dirty="0" err="1"/>
              <a:t>element_kind</a:t>
            </a:r>
            <a:r>
              <a:rPr lang="it-IT" dirty="0"/>
              <a:t> = face</a:t>
            </a:r>
          </a:p>
          <a:p>
            <a:r>
              <a:rPr lang="it-IT" dirty="0" err="1"/>
              <a:t>block_start</a:t>
            </a:r>
            <a:r>
              <a:rPr lang="it-IT" dirty="0"/>
              <a:t> = 4096</a:t>
            </a:r>
          </a:p>
          <a:p>
            <a:r>
              <a:rPr lang="it-IT" dirty="0" err="1"/>
              <a:t>block_size</a:t>
            </a:r>
            <a:r>
              <a:rPr lang="it-IT" dirty="0"/>
              <a:t> = 4096</a:t>
            </a:r>
          </a:p>
          <a:p>
            <a:r>
              <a:rPr lang="it-IT" dirty="0"/>
              <a:t>payload = </a:t>
            </a:r>
            <a:r>
              <a:rPr lang="it-IT" dirty="0" err="1"/>
              <a:t>compressed</a:t>
            </a:r>
            <a:r>
              <a:rPr lang="it-IT" dirty="0"/>
              <a:t> </a:t>
            </a:r>
            <a:r>
              <a:rPr lang="it-IT" dirty="0" err="1"/>
              <a:t>offsets</a:t>
            </a:r>
            <a:r>
              <a:rPr lang="it-IT" dirty="0"/>
              <a:t> [1904, 1905]</a:t>
            </a:r>
          </a:p>
        </p:txBody>
      </p:sp>
    </p:spTree>
    <p:extLst>
      <p:ext uri="{BB962C8B-B14F-4D97-AF65-F5344CB8AC3E}">
        <p14:creationId xmlns:p14="http://schemas.microsoft.com/office/powerpoint/2010/main" val="775751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DB95-8DBA-A2E2-C883-BFBE6D27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3FD4B3-6C70-2CCF-FB81-1260910F0A3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</a:t>
            </a:r>
            <a:r>
              <a:rPr lang="en-US" dirty="0" err="1"/>
              <a:t>ayer</a:t>
            </a:r>
            <a:r>
              <a:rPr lang="en-US" dirty="0"/>
              <a:t> 5 — exact element membership: </a:t>
            </a:r>
            <a:r>
              <a:rPr lang="it-IT" dirty="0" err="1"/>
              <a:t>usap_membership_block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7452E8-2DD0-82E5-517E-994DBD6E568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825625"/>
            <a:ext cx="10515600" cy="43351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Then for a query like: "</a:t>
            </a:r>
            <a:r>
              <a:rPr lang="en-US" dirty="0"/>
              <a:t>I selected faces 100, 101, 6000. Which annotations do they belong to?“</a:t>
            </a:r>
          </a:p>
          <a:p>
            <a:pPr marL="0" indent="0">
              <a:buNone/>
            </a:pPr>
            <a:r>
              <a:rPr lang="en-US" dirty="0"/>
              <a:t>The SDK does: </a:t>
            </a:r>
          </a:p>
          <a:p>
            <a:pPr marL="914400" lvl="2" indent="0">
              <a:buNone/>
            </a:pPr>
            <a:r>
              <a:rPr lang="en-US" dirty="0"/>
              <a:t>face 100  -&gt; block 0</a:t>
            </a:r>
          </a:p>
          <a:p>
            <a:pPr marL="914400" lvl="2" indent="0">
              <a:buNone/>
            </a:pPr>
            <a:r>
              <a:rPr lang="en-US" dirty="0"/>
              <a:t>face 101  -&gt; block 0</a:t>
            </a:r>
          </a:p>
          <a:p>
            <a:pPr marL="914400" lvl="2" indent="0">
              <a:buNone/>
            </a:pPr>
            <a:r>
              <a:rPr lang="en-US" dirty="0"/>
              <a:t>face 6000 -&gt; block 4096</a:t>
            </a:r>
          </a:p>
          <a:p>
            <a:pPr marL="0" indent="0">
              <a:buNone/>
            </a:pPr>
            <a:r>
              <a:rPr lang="en-US" dirty="0"/>
              <a:t>Then SQLite fetches with</a:t>
            </a:r>
          </a:p>
          <a:p>
            <a:pPr marL="914400" lvl="2" indent="0">
              <a:buNone/>
            </a:pPr>
            <a:r>
              <a:rPr lang="en-US" dirty="0" err="1"/>
              <a:t>asset_part_id</a:t>
            </a:r>
            <a:r>
              <a:rPr lang="en-US" dirty="0"/>
              <a:t> = ?</a:t>
            </a:r>
          </a:p>
          <a:p>
            <a:pPr marL="914400" lvl="2" indent="0">
              <a:buNone/>
            </a:pPr>
            <a:r>
              <a:rPr lang="en-US" dirty="0" err="1"/>
              <a:t>element_kind</a:t>
            </a:r>
            <a:r>
              <a:rPr lang="en-US" dirty="0"/>
              <a:t> = face</a:t>
            </a:r>
          </a:p>
          <a:p>
            <a:pPr marL="914400" lvl="2" indent="0">
              <a:buNone/>
            </a:pPr>
            <a:r>
              <a:rPr lang="en-US" dirty="0" err="1"/>
              <a:t>block_start</a:t>
            </a:r>
            <a:r>
              <a:rPr lang="en-US" dirty="0"/>
              <a:t> IN (0, 4096)	</a:t>
            </a:r>
          </a:p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query doesn’t depend on the number of elements (model size), just the number of blocks touched. 	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5874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218C-36B4-E8B3-9F6D-7C7999C0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6EA44B-5071-355E-171A-1803381929E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it-IT" dirty="0"/>
              <a:t>L</a:t>
            </a:r>
            <a:r>
              <a:rPr lang="en-US" dirty="0" err="1"/>
              <a:t>ayer</a:t>
            </a:r>
            <a:r>
              <a:rPr lang="en-US" dirty="0"/>
              <a:t> 5 — exact element membership: </a:t>
            </a:r>
            <a:r>
              <a:rPr lang="it-IT" dirty="0" err="1"/>
              <a:t>usap_membership_block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F5C1A3-20D0-A28C-22E2-CE13A61FD407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usap_membership_block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membership_block_id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annotation_id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asset_part_id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element_kind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block_start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block_size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encoding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element_count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min_element_index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max_element_index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payload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6290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26D8E7-3FB9-7E70-6048-229C19843AA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Other </a:t>
            </a:r>
            <a:r>
              <a:rPr lang="it-IT" dirty="0" err="1"/>
              <a:t>helpers</a:t>
            </a:r>
            <a:r>
              <a:rPr lang="it-IT" dirty="0"/>
              <a:t> </a:t>
            </a:r>
            <a:r>
              <a:rPr lang="it-IT" dirty="0" err="1"/>
              <a:t>tables</a:t>
            </a:r>
            <a:r>
              <a:rPr lang="it-IT" dirty="0"/>
              <a:t>: </a:t>
            </a:r>
            <a:r>
              <a:rPr lang="it-IT" dirty="0" err="1"/>
              <a:t>usap_feature_id_binding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2F46B6-3F2D-890E-86D0-5516ADAB417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/>
              <a:t>Some formats, </a:t>
            </a:r>
            <a:r>
              <a:rPr lang="it-IT" dirty="0" err="1"/>
              <a:t>especially</a:t>
            </a:r>
            <a:r>
              <a:rPr lang="it-IT" dirty="0"/>
              <a:t> 3D Tiles / </a:t>
            </a:r>
            <a:r>
              <a:rPr lang="it-IT" dirty="0" err="1"/>
              <a:t>glTF</a:t>
            </a:r>
            <a:r>
              <a:rPr lang="it-IT" dirty="0"/>
              <a:t> workflows,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feature </a:t>
            </a:r>
            <a:r>
              <a:rPr lang="it-IT" dirty="0" err="1"/>
              <a:t>IDs</a:t>
            </a:r>
            <a:r>
              <a:rPr lang="it-IT" dirty="0"/>
              <a:t>. </a:t>
            </a:r>
            <a:r>
              <a:rPr lang="it-IT" dirty="0" err="1"/>
              <a:t>If</a:t>
            </a:r>
            <a:r>
              <a:rPr lang="it-IT" dirty="0"/>
              <a:t> an </a:t>
            </a:r>
            <a:r>
              <a:rPr lang="it-IT" dirty="0" err="1"/>
              <a:t>external</a:t>
            </a:r>
            <a:r>
              <a:rPr lang="it-IT" dirty="0"/>
              <a:t> model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feature </a:t>
            </a:r>
            <a:r>
              <a:rPr lang="it-IT" dirty="0" err="1"/>
              <a:t>IDs</a:t>
            </a:r>
            <a:r>
              <a:rPr lang="it-IT" dirty="0"/>
              <a:t> or semantic </a:t>
            </a:r>
            <a:r>
              <a:rPr lang="it-IT" dirty="0" err="1"/>
              <a:t>IDs</a:t>
            </a:r>
            <a:r>
              <a:rPr lang="it-IT" dirty="0"/>
              <a:t>, USAP can </a:t>
            </a:r>
            <a:r>
              <a:rPr lang="it-IT" dirty="0" err="1"/>
              <a:t>bind</a:t>
            </a:r>
            <a:r>
              <a:rPr lang="it-IT" dirty="0"/>
              <a:t> </a:t>
            </a:r>
            <a:r>
              <a:rPr lang="it-IT" dirty="0" err="1"/>
              <a:t>those</a:t>
            </a:r>
            <a:r>
              <a:rPr lang="it-IT" dirty="0"/>
              <a:t> </a:t>
            </a:r>
            <a:r>
              <a:rPr lang="it-IT" dirty="0" err="1"/>
              <a:t>IDs</a:t>
            </a:r>
            <a:r>
              <a:rPr lang="it-IT" dirty="0"/>
              <a:t> to USAP </a:t>
            </a:r>
            <a:r>
              <a:rPr lang="it-IT" dirty="0" err="1"/>
              <a:t>annotations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duplicating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element</a:t>
            </a:r>
            <a:r>
              <a:rPr lang="it-IT" dirty="0"/>
              <a:t> membership. (</a:t>
            </a:r>
            <a:r>
              <a:rPr lang="it-IT" dirty="0" err="1"/>
              <a:t>eg</a:t>
            </a:r>
            <a:r>
              <a:rPr lang="it-IT" dirty="0"/>
              <a:t>: 3D </a:t>
            </a:r>
            <a:r>
              <a:rPr lang="it-IT" dirty="0" err="1"/>
              <a:t>tiles</a:t>
            </a:r>
            <a:r>
              <a:rPr lang="it-IT" dirty="0"/>
              <a:t>/</a:t>
            </a:r>
            <a:r>
              <a:rPr lang="it-IT" dirty="0" err="1"/>
              <a:t>gITF</a:t>
            </a:r>
            <a:r>
              <a:rPr lang="it-IT" dirty="0"/>
              <a:t> can </a:t>
            </a:r>
            <a:r>
              <a:rPr lang="it-IT" dirty="0" err="1"/>
              <a:t>have</a:t>
            </a:r>
            <a:r>
              <a:rPr lang="it-IT" dirty="0"/>
              <a:t> a feature with an ID, </a:t>
            </a:r>
            <a:r>
              <a:rPr lang="it-IT" dirty="0" err="1"/>
              <a:t>then</a:t>
            </a:r>
            <a:r>
              <a:rPr lang="it-IT" dirty="0"/>
              <a:t> USAP link </a:t>
            </a:r>
            <a:r>
              <a:rPr lang="it-IT" dirty="0" err="1"/>
              <a:t>that</a:t>
            </a:r>
            <a:r>
              <a:rPr lang="it-IT" dirty="0"/>
              <a:t> feature to an </a:t>
            </a:r>
            <a:r>
              <a:rPr lang="it-IT" dirty="0" err="1"/>
              <a:t>annotation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re-mapping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elements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 err="1"/>
              <a:t>usap_feature_id_binding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annotation_id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asset_part_id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feature_id_set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external_feature_id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3666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0E3B-3E07-07A7-A325-F9933C5A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396626-F1E8-C665-2CA8-AA8EED35500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Other </a:t>
            </a:r>
            <a:r>
              <a:rPr lang="it-IT" dirty="0" err="1"/>
              <a:t>helpers</a:t>
            </a:r>
            <a:r>
              <a:rPr lang="it-IT" dirty="0"/>
              <a:t> </a:t>
            </a:r>
            <a:r>
              <a:rPr lang="it-IT" dirty="0" err="1"/>
              <a:t>tables</a:t>
            </a:r>
            <a:r>
              <a:rPr lang="it-IT" dirty="0"/>
              <a:t>: </a:t>
            </a:r>
            <a:r>
              <a:rPr lang="it-IT" dirty="0" err="1"/>
              <a:t>usap_annotation_extent_rtree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D2BADD-17F8-86D4-9687-97C863215CD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acceleration</a:t>
            </a:r>
            <a:r>
              <a:rPr lang="it-IT" dirty="0"/>
              <a:t> </a:t>
            </a:r>
            <a:r>
              <a:rPr lang="it-IT" dirty="0" err="1"/>
              <a:t>table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stores </a:t>
            </a:r>
            <a:r>
              <a:rPr lang="it-IT" dirty="0" err="1"/>
              <a:t>bounding</a:t>
            </a:r>
            <a:r>
              <a:rPr lang="it-IT" dirty="0"/>
              <a:t> boxes for </a:t>
            </a:r>
            <a:r>
              <a:rPr lang="it-IT" dirty="0" err="1"/>
              <a:t>annotations</a:t>
            </a:r>
            <a:r>
              <a:rPr lang="it-IT" dirty="0"/>
              <a:t>. </a:t>
            </a:r>
            <a:r>
              <a:rPr lang="it-IT" dirty="0" err="1"/>
              <a:t>SQLite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an R*Tree </a:t>
            </a:r>
            <a:r>
              <a:rPr lang="it-IT" dirty="0" err="1"/>
              <a:t>module</a:t>
            </a:r>
            <a:r>
              <a:rPr lang="it-IT" dirty="0"/>
              <a:t> for </a:t>
            </a:r>
            <a:r>
              <a:rPr lang="it-IT" dirty="0" err="1"/>
              <a:t>efficient</a:t>
            </a:r>
            <a:r>
              <a:rPr lang="it-IT" dirty="0"/>
              <a:t> </a:t>
            </a:r>
            <a:r>
              <a:rPr lang="it-IT" dirty="0" err="1"/>
              <a:t>bounding</a:t>
            </a:r>
            <a:r>
              <a:rPr lang="it-IT" dirty="0"/>
              <a:t>-box queries.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useful</a:t>
            </a:r>
            <a:r>
              <a:rPr lang="it-IT" dirty="0"/>
              <a:t> for </a:t>
            </a:r>
            <a:r>
              <a:rPr lang="it-IT" dirty="0" err="1"/>
              <a:t>quickly</a:t>
            </a:r>
            <a:r>
              <a:rPr lang="it-IT" dirty="0"/>
              <a:t> </a:t>
            </a:r>
            <a:r>
              <a:rPr lang="it-IT" dirty="0" err="1"/>
              <a:t>finding</a:t>
            </a:r>
            <a:r>
              <a:rPr lang="it-IT" dirty="0"/>
              <a:t> </a:t>
            </a:r>
            <a:r>
              <a:rPr lang="it-IT" dirty="0" err="1"/>
              <a:t>records</a:t>
            </a:r>
            <a:r>
              <a:rPr lang="it-IT" dirty="0"/>
              <a:t> </a:t>
            </a:r>
            <a:r>
              <a:rPr lang="it-IT" dirty="0" err="1"/>
              <a:t>whose</a:t>
            </a:r>
            <a:r>
              <a:rPr lang="it-IT" dirty="0"/>
              <a:t> boxes </a:t>
            </a:r>
            <a:r>
              <a:rPr lang="it-IT" dirty="0" err="1"/>
              <a:t>overlap</a:t>
            </a:r>
            <a:r>
              <a:rPr lang="it-IT" dirty="0"/>
              <a:t> or </a:t>
            </a:r>
            <a:r>
              <a:rPr lang="it-IT" dirty="0" err="1"/>
              <a:t>contain</a:t>
            </a:r>
            <a:r>
              <a:rPr lang="it-IT" dirty="0"/>
              <a:t> a </a:t>
            </a:r>
            <a:r>
              <a:rPr lang="it-IT" dirty="0" err="1"/>
              <a:t>search</a:t>
            </a:r>
            <a:r>
              <a:rPr lang="it-IT" dirty="0"/>
              <a:t> area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usap_annotation_extent_rtree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</a:t>
            </a:r>
            <a:r>
              <a:rPr lang="it-IT" dirty="0" err="1"/>
              <a:t>annotation_id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</a:t>
            </a:r>
            <a:r>
              <a:rPr lang="it-IT" dirty="0" err="1"/>
              <a:t>minx</a:t>
            </a:r>
            <a:r>
              <a:rPr lang="it-IT" dirty="0"/>
              <a:t>, </a:t>
            </a:r>
            <a:r>
              <a:rPr lang="it-IT" dirty="0" err="1"/>
              <a:t>maxx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</a:t>
            </a:r>
            <a:r>
              <a:rPr lang="it-IT" dirty="0" err="1"/>
              <a:t>miny</a:t>
            </a:r>
            <a:r>
              <a:rPr lang="it-IT" dirty="0"/>
              <a:t>, </a:t>
            </a:r>
            <a:r>
              <a:rPr lang="it-IT" dirty="0" err="1"/>
              <a:t>maxy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</a:t>
            </a:r>
            <a:r>
              <a:rPr lang="it-IT" dirty="0" err="1"/>
              <a:t>minz</a:t>
            </a:r>
            <a:r>
              <a:rPr lang="it-IT" dirty="0"/>
              <a:t>, </a:t>
            </a:r>
            <a:r>
              <a:rPr lang="it-IT" dirty="0" err="1"/>
              <a:t>maxz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/>
              <a:t>Useful for: Which annotations are near this 3D selection box? </a:t>
            </a:r>
          </a:p>
          <a:p>
            <a:pPr marL="0" indent="0">
              <a:buNone/>
            </a:pPr>
            <a:r>
              <a:rPr lang="en-US" dirty="0"/>
              <a:t>Notice that this is a broad filer to quicken block selections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1955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98CE-62A9-F12C-4137-87B301617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3A270-5F8D-4CD2-BCCB-ED4CC7693A4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it-IT" dirty="0"/>
              <a:t>Other </a:t>
            </a:r>
            <a:r>
              <a:rPr lang="it-IT" dirty="0" err="1"/>
              <a:t>helpers</a:t>
            </a:r>
            <a:r>
              <a:rPr lang="it-IT" dirty="0"/>
              <a:t> </a:t>
            </a:r>
            <a:r>
              <a:rPr lang="it-IT" dirty="0" err="1"/>
              <a:t>tables</a:t>
            </a:r>
            <a:r>
              <a:rPr lang="it-IT" dirty="0"/>
              <a:t>: </a:t>
            </a:r>
            <a:r>
              <a:rPr lang="it-IT" dirty="0" err="1"/>
              <a:t>usap_edit_log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6DA2BB-0704-EB4F-C00F-7AC91F67A5A2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records</a:t>
            </a:r>
            <a:r>
              <a:rPr lang="it-IT" dirty="0"/>
              <a:t> </a:t>
            </a:r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operations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en-US" dirty="0" err="1"/>
              <a:t>usap_edit_log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edit_id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operation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target_table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target_id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details_json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created_at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0061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937791-DDA4-529B-00D2-8D8AE0F2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the </a:t>
            </a:r>
            <a:r>
              <a:rPr lang="it-IT" dirty="0" err="1"/>
              <a:t>main</a:t>
            </a:r>
            <a:r>
              <a:rPr lang="it-IT" dirty="0"/>
              <a:t> queries 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8994B9-2D1F-559D-F2F4-43C29657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Query A: “I </a:t>
            </a:r>
            <a:r>
              <a:rPr lang="it-IT" dirty="0" err="1"/>
              <a:t>selected</a:t>
            </a:r>
            <a:r>
              <a:rPr lang="it-IT" dirty="0"/>
              <a:t> part of a model. Tell me the </a:t>
            </a:r>
            <a:r>
              <a:rPr lang="it-IT" dirty="0" err="1"/>
              <a:t>annotations</a:t>
            </a:r>
            <a:r>
              <a:rPr lang="it-IT" dirty="0"/>
              <a:t>.”</a:t>
            </a:r>
          </a:p>
          <a:p>
            <a:r>
              <a:rPr lang="en-US" dirty="0"/>
              <a:t>Query B: “Tell me all roofs in this model.”</a:t>
            </a:r>
          </a:p>
          <a:p>
            <a:r>
              <a:rPr lang="it-IT" dirty="0"/>
              <a:t>Query C: “Find building_1 and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roof</a:t>
            </a:r>
            <a:r>
              <a:rPr lang="it-IT" dirty="0"/>
              <a:t> in </a:t>
            </a:r>
            <a:r>
              <a:rPr lang="it-IT" dirty="0" err="1"/>
              <a:t>all</a:t>
            </a:r>
            <a:r>
              <a:rPr lang="it-IT" dirty="0"/>
              <a:t> models.”</a:t>
            </a:r>
          </a:p>
        </p:txBody>
      </p:sp>
    </p:spTree>
    <p:extLst>
      <p:ext uri="{BB962C8B-B14F-4D97-AF65-F5344CB8AC3E}">
        <p14:creationId xmlns:p14="http://schemas.microsoft.com/office/powerpoint/2010/main" val="673734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1BFD81-42D7-AFD1-61F2-046C5E4D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A: “I selected part of a model. Tell me the annotations.”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08BC27-7E52-09D1-D30F-A4216AA4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Input: </a:t>
            </a:r>
            <a:r>
              <a:rPr lang="en-US" dirty="0" err="1"/>
              <a:t>asset_part_id</a:t>
            </a:r>
            <a:r>
              <a:rPr lang="en-US" dirty="0"/>
              <a:t> = 10, </a:t>
            </a:r>
            <a:r>
              <a:rPr lang="en-US" dirty="0" err="1"/>
              <a:t>element_kind</a:t>
            </a:r>
            <a:r>
              <a:rPr lang="en-US" dirty="0"/>
              <a:t> = face, selected faces = [100, 101, 6000]</a:t>
            </a:r>
          </a:p>
          <a:p>
            <a:r>
              <a:rPr lang="en-US" dirty="0"/>
              <a:t>Process: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Convert selected indices to block starts.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Fetch matching membership blocks.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Decode payloads.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Check exact offsets.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Return annotation IDs.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Optionally join annotation -&gt; semantic class/object.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020036-F4FE-C0B8-825B-9F8AC21347C7}"/>
              </a:ext>
            </a:extLst>
          </p:cNvPr>
          <p:cNvSpPr txBox="1"/>
          <p:nvPr/>
        </p:nvSpPr>
        <p:spPr>
          <a:xfrm>
            <a:off x="8713869" y="3569571"/>
            <a:ext cx="28244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TABLES USED:</a:t>
            </a:r>
            <a:br>
              <a:rPr lang="it-IT" dirty="0"/>
            </a:br>
            <a:r>
              <a:rPr lang="it-IT" dirty="0" err="1"/>
              <a:t>usap_membership_block</a:t>
            </a:r>
            <a:endParaRPr lang="it-IT" dirty="0"/>
          </a:p>
          <a:p>
            <a:r>
              <a:rPr lang="it-IT" dirty="0" err="1"/>
              <a:t>usap_annotation</a:t>
            </a:r>
            <a:endParaRPr lang="it-IT" dirty="0"/>
          </a:p>
          <a:p>
            <a:r>
              <a:rPr lang="it-IT" dirty="0" err="1"/>
              <a:t>usap_semantic_class</a:t>
            </a:r>
            <a:endParaRPr lang="it-IT" dirty="0"/>
          </a:p>
          <a:p>
            <a:r>
              <a:rPr lang="it-IT" dirty="0" err="1"/>
              <a:t>usap_city_object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5614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9C9724-78B5-DDA8-04D5-37AD18B0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B: “Tell me all roofs in this model.”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5F133F-8E47-5EF3-B76D-A72DE27A2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Input: semantic class = </a:t>
            </a:r>
            <a:r>
              <a:rPr lang="it-IT" dirty="0" err="1"/>
              <a:t>RoofSurface</a:t>
            </a:r>
            <a:r>
              <a:rPr lang="it-IT" dirty="0"/>
              <a:t>, </a:t>
            </a:r>
            <a:r>
              <a:rPr lang="it-IT" dirty="0" err="1"/>
              <a:t>asset_part_id</a:t>
            </a:r>
            <a:r>
              <a:rPr lang="it-IT" dirty="0"/>
              <a:t> = mesh primitive, </a:t>
            </a:r>
            <a:r>
              <a:rPr lang="it-IT" dirty="0" err="1"/>
              <a:t>element_kind</a:t>
            </a:r>
            <a:r>
              <a:rPr lang="it-IT" dirty="0"/>
              <a:t> = face</a:t>
            </a:r>
          </a:p>
          <a:p>
            <a:r>
              <a:rPr lang="it-IT" dirty="0"/>
              <a:t>Process: </a:t>
            </a:r>
          </a:p>
          <a:p>
            <a:pPr marL="1428750" lvl="2" indent="-514350">
              <a:buFont typeface="+mj-lt"/>
              <a:buAutoNum type="arabicPeriod"/>
            </a:pPr>
            <a:r>
              <a:rPr lang="it-IT" dirty="0"/>
              <a:t>Find </a:t>
            </a:r>
            <a:r>
              <a:rPr lang="it-IT" dirty="0" err="1"/>
              <a:t>RoofSurface</a:t>
            </a:r>
            <a:r>
              <a:rPr lang="it-IT" dirty="0"/>
              <a:t> </a:t>
            </a:r>
            <a:r>
              <a:rPr lang="it-IT" dirty="0" err="1"/>
              <a:t>semantic_class_id</a:t>
            </a:r>
            <a:r>
              <a:rPr lang="it-IT" dirty="0"/>
              <a:t>.</a:t>
            </a:r>
          </a:p>
          <a:p>
            <a:pPr marL="1428750" lvl="2" indent="-514350">
              <a:buFont typeface="+mj-lt"/>
              <a:buAutoNum type="arabicPeriod"/>
            </a:pPr>
            <a:r>
              <a:rPr lang="it-IT" dirty="0" err="1"/>
              <a:t>Optionally</a:t>
            </a:r>
            <a:r>
              <a:rPr lang="it-IT" dirty="0"/>
              <a:t>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subclasses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closure</a:t>
            </a:r>
            <a:r>
              <a:rPr lang="it-IT" dirty="0"/>
              <a:t> </a:t>
            </a:r>
            <a:r>
              <a:rPr lang="it-IT" dirty="0" err="1"/>
              <a:t>table</a:t>
            </a:r>
            <a:r>
              <a:rPr lang="it-IT" dirty="0"/>
              <a:t>.</a:t>
            </a:r>
          </a:p>
          <a:p>
            <a:pPr marL="1428750" lvl="2" indent="-514350">
              <a:buFont typeface="+mj-lt"/>
              <a:buAutoNum type="arabicPeriod"/>
            </a:pPr>
            <a:r>
              <a:rPr lang="it-IT" dirty="0"/>
              <a:t>Find </a:t>
            </a:r>
            <a:r>
              <a:rPr lang="it-IT" dirty="0" err="1"/>
              <a:t>annotations</a:t>
            </a:r>
            <a:r>
              <a:rPr lang="it-IT" dirty="0"/>
              <a:t> with </a:t>
            </a:r>
            <a:r>
              <a:rPr lang="it-IT" dirty="0" err="1"/>
              <a:t>those</a:t>
            </a:r>
            <a:r>
              <a:rPr lang="it-IT" dirty="0"/>
              <a:t> classes.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it-IT" dirty="0"/>
              <a:t>Fetch </a:t>
            </a:r>
            <a:r>
              <a:rPr lang="it-IT" dirty="0" err="1"/>
              <a:t>their</a:t>
            </a:r>
            <a:r>
              <a:rPr lang="it-IT" dirty="0"/>
              <a:t> membership </a:t>
            </a:r>
            <a:r>
              <a:rPr lang="it-IT" dirty="0" err="1"/>
              <a:t>blocks</a:t>
            </a:r>
            <a:r>
              <a:rPr lang="it-IT" dirty="0"/>
              <a:t>.</a:t>
            </a:r>
          </a:p>
          <a:p>
            <a:pPr marL="1428750" lvl="2" indent="-514350">
              <a:buFont typeface="+mj-lt"/>
              <a:buAutoNum type="arabicPeriod"/>
            </a:pPr>
            <a:r>
              <a:rPr lang="it-IT" dirty="0"/>
              <a:t>Return compact </a:t>
            </a:r>
            <a:r>
              <a:rPr lang="it-IT" dirty="0" err="1"/>
              <a:t>blocks</a:t>
            </a:r>
            <a:r>
              <a:rPr lang="it-IT" dirty="0"/>
              <a:t> (</a:t>
            </a:r>
            <a:r>
              <a:rPr lang="it-IT" dirty="0" err="1"/>
              <a:t>decoding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fast)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D67E4E-A51E-2E49-53A1-2EE80A0D756B}"/>
              </a:ext>
            </a:extLst>
          </p:cNvPr>
          <p:cNvSpPr txBox="1"/>
          <p:nvPr/>
        </p:nvSpPr>
        <p:spPr>
          <a:xfrm>
            <a:off x="8858249" y="2690336"/>
            <a:ext cx="32294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TABLES USED</a:t>
            </a:r>
            <a:br>
              <a:rPr lang="it-IT" dirty="0"/>
            </a:br>
            <a:r>
              <a:rPr lang="it-IT" dirty="0" err="1"/>
              <a:t>usap_semantic_class</a:t>
            </a:r>
            <a:endParaRPr lang="it-IT" dirty="0"/>
          </a:p>
          <a:p>
            <a:r>
              <a:rPr lang="it-IT" dirty="0" err="1"/>
              <a:t>usap_semantic_class_closure</a:t>
            </a:r>
            <a:endParaRPr lang="it-IT" dirty="0"/>
          </a:p>
          <a:p>
            <a:r>
              <a:rPr lang="it-IT" dirty="0" err="1"/>
              <a:t>usap_annotation</a:t>
            </a:r>
            <a:endParaRPr lang="it-IT" dirty="0"/>
          </a:p>
          <a:p>
            <a:r>
              <a:rPr lang="it-IT" dirty="0" err="1"/>
              <a:t>usap_membership_block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8738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2A8BFE-5F73-DEA7-2F11-3592640D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C: “Find building_1 and its roof in all models.”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768A56-4664-A2D5-08DA-B19A10317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Input: </a:t>
            </a:r>
            <a:r>
              <a:rPr lang="it-IT" dirty="0" err="1"/>
              <a:t>object_uid</a:t>
            </a:r>
            <a:r>
              <a:rPr lang="it-IT" dirty="0"/>
              <a:t> = building_1, include </a:t>
            </a:r>
            <a:r>
              <a:rPr lang="it-IT" dirty="0" err="1"/>
              <a:t>descendants</a:t>
            </a:r>
            <a:r>
              <a:rPr lang="it-IT" dirty="0"/>
              <a:t> = </a:t>
            </a:r>
            <a:r>
              <a:rPr lang="it-IT" dirty="0" err="1"/>
              <a:t>true</a:t>
            </a:r>
            <a:endParaRPr lang="it-IT" dirty="0"/>
          </a:p>
          <a:p>
            <a:r>
              <a:rPr lang="it-IT" dirty="0"/>
              <a:t>Process: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Find </a:t>
            </a:r>
            <a:r>
              <a:rPr lang="en-US" dirty="0" err="1"/>
              <a:t>city_object_id</a:t>
            </a:r>
            <a:r>
              <a:rPr lang="en-US" dirty="0"/>
              <a:t> for building_1.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city_object_closure</a:t>
            </a:r>
            <a:r>
              <a:rPr lang="en-US" dirty="0"/>
              <a:t> to find all descendants.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Find annotations linked to those objects.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Fetch membership blocks across all asset parts.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dirty="0"/>
              <a:t>Group result by asset/model.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D3D63E2-B216-8DBD-C21D-9393021548CC}"/>
              </a:ext>
            </a:extLst>
          </p:cNvPr>
          <p:cNvSpPr txBox="1"/>
          <p:nvPr/>
        </p:nvSpPr>
        <p:spPr>
          <a:xfrm>
            <a:off x="8682790" y="4145638"/>
            <a:ext cx="28675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TABLES USED</a:t>
            </a:r>
          </a:p>
          <a:p>
            <a:r>
              <a:rPr lang="it-IT" dirty="0" err="1"/>
              <a:t>usap_city_object</a:t>
            </a:r>
            <a:endParaRPr lang="it-IT" dirty="0"/>
          </a:p>
          <a:p>
            <a:r>
              <a:rPr lang="it-IT" dirty="0" err="1"/>
              <a:t>usap_city_object_closure</a:t>
            </a:r>
            <a:endParaRPr lang="it-IT" dirty="0"/>
          </a:p>
          <a:p>
            <a:r>
              <a:rPr lang="it-IT" dirty="0" err="1"/>
              <a:t>usap_annotation</a:t>
            </a:r>
            <a:endParaRPr lang="it-IT" dirty="0"/>
          </a:p>
          <a:p>
            <a:r>
              <a:rPr lang="it-IT" dirty="0" err="1"/>
              <a:t>usap_annotation_object</a:t>
            </a:r>
            <a:endParaRPr lang="it-IT" dirty="0"/>
          </a:p>
          <a:p>
            <a:r>
              <a:rPr lang="it-IT" dirty="0" err="1"/>
              <a:t>usap_membership_block</a:t>
            </a:r>
            <a:endParaRPr lang="it-IT" dirty="0"/>
          </a:p>
          <a:p>
            <a:r>
              <a:rPr lang="it-IT" dirty="0" err="1"/>
              <a:t>usap_asset_part</a:t>
            </a:r>
            <a:endParaRPr lang="it-IT" dirty="0"/>
          </a:p>
          <a:p>
            <a:r>
              <a:rPr lang="it-IT" dirty="0" err="1"/>
              <a:t>usap_asset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124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7E208-8E08-3E53-8E62-4A127107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General </a:t>
            </a:r>
            <a:r>
              <a:rPr lang="it-IT" dirty="0" err="1"/>
              <a:t>example</a:t>
            </a:r>
            <a:endParaRPr lang="it-IT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8C96548-A84A-0738-B373-B4508E8CA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437590"/>
              </p:ext>
            </p:extLst>
          </p:nvPr>
        </p:nvGraphicFramePr>
        <p:xfrm>
          <a:off x="323513" y="1871161"/>
          <a:ext cx="4068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004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1356004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356004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</a:tblGrid>
              <a:tr h="262606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usap_asset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asset_id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asset_kind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city_mesh.obj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5F67022-6A20-1ACF-43A3-B1DE5EBE7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19917"/>
              </p:ext>
            </p:extLst>
          </p:nvPr>
        </p:nvGraphicFramePr>
        <p:xfrm>
          <a:off x="323513" y="2877804"/>
          <a:ext cx="653448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898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834743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541362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1263326"/>
                    </a:ext>
                  </a:extLst>
                </a:gridCol>
                <a:gridCol w="1479886">
                  <a:extLst>
                    <a:ext uri="{9D8B030D-6E8A-4147-A177-3AD203B41FA5}">
                      <a16:colId xmlns:a16="http://schemas.microsoft.com/office/drawing/2014/main" val="1976837713"/>
                    </a:ext>
                  </a:extLst>
                </a:gridCol>
              </a:tblGrid>
              <a:tr h="262606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usap_asset_part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asset_part_id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asset_id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path_part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element_kind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element_count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main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0A125A76-AE68-742B-F911-FEC4CFFC7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481296"/>
              </p:ext>
            </p:extLst>
          </p:nvPr>
        </p:nvGraphicFramePr>
        <p:xfrm>
          <a:off x="323513" y="4097807"/>
          <a:ext cx="3622844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422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1811422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</a:tblGrid>
              <a:tr h="262606">
                <a:tc gridSpan="2">
                  <a:txBody>
                    <a:bodyPr/>
                    <a:lstStyle/>
                    <a:p>
                      <a:r>
                        <a:rPr lang="it-IT" sz="1400" dirty="0" err="1"/>
                        <a:t>usap_semantic_class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semantic_class_id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local_name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RoofSurface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865892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55D8345-99F1-9FBD-EF8C-F1CB17ABE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37516"/>
              </p:ext>
            </p:extLst>
          </p:nvPr>
        </p:nvGraphicFramePr>
        <p:xfrm>
          <a:off x="323513" y="5398002"/>
          <a:ext cx="501850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836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1672836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672836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</a:tblGrid>
              <a:tr h="262606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usap_city_object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city_object_id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object_uid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semantic_class_id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building_1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Building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building_1_roof_1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RoofSurface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957777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80953D0-17EC-8C95-187D-50DE4F630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091967"/>
              </p:ext>
            </p:extLst>
          </p:nvPr>
        </p:nvGraphicFramePr>
        <p:xfrm>
          <a:off x="8429457" y="2294756"/>
          <a:ext cx="376254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805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552073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  <a:gridCol w="709865">
                  <a:extLst>
                    <a:ext uri="{9D8B030D-6E8A-4147-A177-3AD203B41FA5}">
                      <a16:colId xmlns:a16="http://schemas.microsoft.com/office/drawing/2014/main" val="1868529046"/>
                    </a:ext>
                  </a:extLst>
                </a:gridCol>
              </a:tblGrid>
              <a:tr h="224255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usap_city_object_relationship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parent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child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relationship_type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role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BoundedBy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roof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E6F3D12A-E812-39EE-8A46-7A5042CFC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23979"/>
              </p:ext>
            </p:extLst>
          </p:nvPr>
        </p:nvGraphicFramePr>
        <p:xfrm>
          <a:off x="4976730" y="1314483"/>
          <a:ext cx="7215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518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1879559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735846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  <a:gridCol w="2037347">
                  <a:extLst>
                    <a:ext uri="{9D8B030D-6E8A-4147-A177-3AD203B41FA5}">
                      <a16:colId xmlns:a16="http://schemas.microsoft.com/office/drawing/2014/main" val="1868529046"/>
                    </a:ext>
                  </a:extLst>
                </a:gridCol>
              </a:tblGrid>
              <a:tr h="224255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usap_annotation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annotation_id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annotation_uid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semantic_class_id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primary_city_object_id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ann_building_1_roof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RoofSurface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63977AC5-8F08-B422-57C5-C95A06A2E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683414"/>
              </p:ext>
            </p:extLst>
          </p:nvPr>
        </p:nvGraphicFramePr>
        <p:xfrm>
          <a:off x="7968916" y="3385694"/>
          <a:ext cx="422308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073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1323473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347538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</a:tblGrid>
              <a:tr h="224255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usap_annotation_object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annotation_id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city_object_id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relation_type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BoundedBy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8ADAF6C-1880-5DD1-A7FD-6EA02001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27520"/>
              </p:ext>
            </p:extLst>
          </p:nvPr>
        </p:nvGraphicFramePr>
        <p:xfrm>
          <a:off x="5546225" y="4358640"/>
          <a:ext cx="664577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6417">
                  <a:extLst>
                    <a:ext uri="{9D8B030D-6E8A-4147-A177-3AD203B41FA5}">
                      <a16:colId xmlns:a16="http://schemas.microsoft.com/office/drawing/2014/main" val="3717811317"/>
                    </a:ext>
                  </a:extLst>
                </a:gridCol>
                <a:gridCol w="1263315">
                  <a:extLst>
                    <a:ext uri="{9D8B030D-6E8A-4147-A177-3AD203B41FA5}">
                      <a16:colId xmlns:a16="http://schemas.microsoft.com/office/drawing/2014/main" val="3064846302"/>
                    </a:ext>
                  </a:extLst>
                </a:gridCol>
                <a:gridCol w="1716393">
                  <a:extLst>
                    <a:ext uri="{9D8B030D-6E8A-4147-A177-3AD203B41FA5}">
                      <a16:colId xmlns:a16="http://schemas.microsoft.com/office/drawing/2014/main" val="2481779620"/>
                    </a:ext>
                  </a:extLst>
                </a:gridCol>
                <a:gridCol w="1054825">
                  <a:extLst>
                    <a:ext uri="{9D8B030D-6E8A-4147-A177-3AD203B41FA5}">
                      <a16:colId xmlns:a16="http://schemas.microsoft.com/office/drawing/2014/main" val="1868529046"/>
                    </a:ext>
                  </a:extLst>
                </a:gridCol>
                <a:gridCol w="1054825">
                  <a:extLst>
                    <a:ext uri="{9D8B030D-6E8A-4147-A177-3AD203B41FA5}">
                      <a16:colId xmlns:a16="http://schemas.microsoft.com/office/drawing/2014/main" val="2251177263"/>
                    </a:ext>
                  </a:extLst>
                </a:gridCol>
              </a:tblGrid>
              <a:tr h="301406">
                <a:tc gridSpan="3">
                  <a:txBody>
                    <a:bodyPr/>
                    <a:lstStyle/>
                    <a:p>
                      <a:r>
                        <a:rPr lang="it-IT" sz="1400" dirty="0" err="1"/>
                        <a:t>usap_membership_block</a:t>
                      </a:r>
                      <a:endParaRPr lang="it-I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7250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 err="1"/>
                        <a:t>annotation_id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asset_part_id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element_kind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block_start</a:t>
                      </a:r>
                      <a:r>
                        <a:rPr lang="it-IT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223036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Compressed</a:t>
                      </a:r>
                      <a:r>
                        <a:rPr lang="it-IT" sz="1400" dirty="0"/>
                        <a:t> [100,101,102]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205943"/>
                  </a:ext>
                </a:extLst>
              </a:tr>
              <a:tr h="262606">
                <a:tc>
                  <a:txBody>
                    <a:bodyPr/>
                    <a:lstStyle/>
                    <a:p>
                      <a:r>
                        <a:rPr lang="it-IT" sz="14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Compressed</a:t>
                      </a:r>
                      <a:r>
                        <a:rPr lang="it-IT" sz="1400" dirty="0"/>
                        <a:t> [1904,1905]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42537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5566541-87B7-60BD-79E4-5993F16753AE}"/>
              </a:ext>
            </a:extLst>
          </p:cNvPr>
          <p:cNvSpPr txBox="1"/>
          <p:nvPr/>
        </p:nvSpPr>
        <p:spPr>
          <a:xfrm>
            <a:off x="6043865" y="48281"/>
            <a:ext cx="611204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 err="1"/>
              <a:t>city_mesh.glb</a:t>
            </a:r>
            <a:endParaRPr lang="it-IT" dirty="0"/>
          </a:p>
          <a:p>
            <a:r>
              <a:rPr lang="it-IT" dirty="0"/>
              <a:t>building_1</a:t>
            </a:r>
          </a:p>
          <a:p>
            <a:r>
              <a:rPr lang="it-IT" dirty="0"/>
              <a:t>building_1_roof_1</a:t>
            </a:r>
          </a:p>
          <a:p>
            <a:r>
              <a:rPr lang="it-IT" dirty="0" err="1"/>
              <a:t>faces</a:t>
            </a:r>
            <a:r>
              <a:rPr lang="it-IT" dirty="0"/>
              <a:t> 100, 101, 102, 6000, 6001 are the </a:t>
            </a:r>
            <a:r>
              <a:rPr lang="it-IT" dirty="0" err="1"/>
              <a:t>roof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4421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5E888E-8D01-F11F-8B0B-56DC908AD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Canonical</a:t>
            </a:r>
            <a:r>
              <a:rPr lang="it-IT" dirty="0"/>
              <a:t> </a:t>
            </a:r>
            <a:r>
              <a:rPr lang="it-IT" dirty="0" err="1"/>
              <a:t>tables</a:t>
            </a:r>
            <a:r>
              <a:rPr lang="it-IT" dirty="0"/>
              <a:t>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50D5A6-396A-45F8-018E-BEEE1CE4F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truth? (</a:t>
            </a:r>
            <a:r>
              <a:rPr lang="it-IT" dirty="0" err="1"/>
              <a:t>matters</a:t>
            </a:r>
            <a:r>
              <a:rPr lang="it-IT" dirty="0"/>
              <a:t> for editing)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usap_asset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usap_asset_part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usap_semantic_class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usap_city_object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usap_city_object_relationship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usap_annotation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usap_annotation_object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usap_membership_block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0D46870-7CBB-595C-76D0-7176F3D348C0}"/>
              </a:ext>
            </a:extLst>
          </p:cNvPr>
          <p:cNvSpPr txBox="1"/>
          <p:nvPr/>
        </p:nvSpPr>
        <p:spPr>
          <a:xfrm>
            <a:off x="8104270" y="3539629"/>
            <a:ext cx="38551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These</a:t>
            </a:r>
            <a:r>
              <a:rPr lang="it-IT" dirty="0"/>
              <a:t> are </a:t>
            </a:r>
            <a:r>
              <a:rPr lang="it-IT" dirty="0" err="1"/>
              <a:t>derived</a:t>
            </a:r>
            <a:r>
              <a:rPr lang="it-IT" dirty="0"/>
              <a:t>/</a:t>
            </a:r>
            <a:r>
              <a:rPr lang="it-IT" dirty="0" err="1"/>
              <a:t>helpers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usap_semantic_class_closure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usap_city_object_closure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usap_annotation_extent_rtree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F612CF2-A546-2CAF-84D7-42E07C28F904}"/>
              </a:ext>
            </a:extLst>
          </p:cNvPr>
          <p:cNvSpPr txBox="1"/>
          <p:nvPr/>
        </p:nvSpPr>
        <p:spPr>
          <a:xfrm>
            <a:off x="8104269" y="4996795"/>
            <a:ext cx="34821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Implies</a:t>
            </a:r>
            <a:r>
              <a:rPr lang="it-IT" dirty="0"/>
              <a:t> the </a:t>
            </a:r>
            <a:r>
              <a:rPr lang="it-IT" dirty="0" err="1"/>
              <a:t>need</a:t>
            </a:r>
            <a:r>
              <a:rPr lang="it-IT" dirty="0"/>
              <a:t> of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functionalities</a:t>
            </a:r>
            <a:r>
              <a:rPr lang="it-IT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 err="1"/>
              <a:t>rebuild</a:t>
            </a:r>
            <a:r>
              <a:rPr lang="it-IT" dirty="0"/>
              <a:t> indexes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validate package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 err="1"/>
              <a:t>repair</a:t>
            </a:r>
            <a:r>
              <a:rPr lang="it-IT" dirty="0"/>
              <a:t> </a:t>
            </a:r>
            <a:r>
              <a:rPr lang="it-IT" dirty="0" err="1"/>
              <a:t>derived</a:t>
            </a:r>
            <a:r>
              <a:rPr lang="it-IT" dirty="0"/>
              <a:t> </a:t>
            </a:r>
            <a:r>
              <a:rPr lang="it-IT" dirty="0" err="1"/>
              <a:t>tables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2717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7D2E1-C94B-AB77-1035-66DA9534C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seems</a:t>
            </a:r>
            <a:r>
              <a:rPr lang="it-IT" dirty="0"/>
              <a:t> complicate, </a:t>
            </a: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a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table</a:t>
            </a:r>
            <a:r>
              <a:rPr lang="it-IT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0F690F-3F08-A4E4-B602-EB484D40E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Something</a:t>
            </a:r>
            <a:r>
              <a:rPr lang="it-IT" dirty="0"/>
              <a:t> like:</a:t>
            </a:r>
          </a:p>
          <a:p>
            <a:pPr marL="0" indent="0">
              <a:buNone/>
            </a:pPr>
            <a:br>
              <a:rPr lang="it-IT" dirty="0"/>
            </a:br>
            <a:r>
              <a:rPr lang="en-US" dirty="0" err="1"/>
              <a:t>annotation_id</a:t>
            </a:r>
            <a:r>
              <a:rPr lang="en-US" dirty="0"/>
              <a:t> | </a:t>
            </a:r>
            <a:r>
              <a:rPr lang="en-US" dirty="0" err="1"/>
              <a:t>city_object_id</a:t>
            </a:r>
            <a:r>
              <a:rPr lang="en-US" dirty="0"/>
              <a:t> | </a:t>
            </a:r>
            <a:r>
              <a:rPr lang="en-US" dirty="0" err="1"/>
              <a:t>semantic_class</a:t>
            </a:r>
            <a:r>
              <a:rPr lang="en-US" dirty="0"/>
              <a:t> | asset | </a:t>
            </a:r>
            <a:r>
              <a:rPr lang="en-US" dirty="0" err="1"/>
              <a:t>face_id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Seems simply but mixes concepts (semantic meaning, membership, annotation) and every edit become a nightmare!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4546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CUSTOMSORTGLOBALLY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EXPORTMODE" val="4"/>
  <p:tag name="SLIDEFAB_POWERPOINTTABLESTARTINROW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EXPORTMODE" val="4"/>
  <p:tag name="SLIDEFAB_RESIZEMOD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EXPORTMODE" val="4"/>
  <p:tag name="SLIDEFAB_POWERPOINTTABLESTARTINROW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RESIZEMODE" val="1"/>
  <p:tag name="SLIDEFAB_POWERPOINTTABLESTARTINROW" val="1"/>
  <p:tag name="SLIDEFAB_EXPORTMODE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3179</Words>
  <Application>Microsoft Office PowerPoint</Application>
  <PresentationFormat>Widescreen</PresentationFormat>
  <Paragraphs>478</Paragraphs>
  <Slides>33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Wingdings</vt:lpstr>
      <vt:lpstr>Tema di Office</vt:lpstr>
      <vt:lpstr>SQL structure</vt:lpstr>
      <vt:lpstr>SQLite!</vt:lpstr>
      <vt:lpstr>Why GeoPackage/SQLite</vt:lpstr>
      <vt:lpstr>USAP claims</vt:lpstr>
      <vt:lpstr>MAIN PIPELINE (each one is a table)</vt:lpstr>
      <vt:lpstr>Schema</vt:lpstr>
      <vt:lpstr>Layer 0 — package and GeoPackage housekeeping</vt:lpstr>
      <vt:lpstr>Layer 1 — external assets</vt:lpstr>
      <vt:lpstr>Layer 1 — external assets: usap _asset_part</vt:lpstr>
      <vt:lpstr>Layer 2 — semantic classes</vt:lpstr>
      <vt:lpstr>Layer 2 — semantic classes: usap_semantic_class_closure </vt:lpstr>
      <vt:lpstr>Layer 3 — city objects</vt:lpstr>
      <vt:lpstr>Layer 3 — city objects: usap_city_object</vt:lpstr>
      <vt:lpstr>Layer 3 — city objects: usap_city_object_relationship</vt:lpstr>
      <vt:lpstr>"This implies i have to create a hierarchy!"</vt:lpstr>
      <vt:lpstr>Layer 3 — city objects: usap_city_object_closure</vt:lpstr>
      <vt:lpstr>Layer 4 — annotations</vt:lpstr>
      <vt:lpstr>Layer 4 — annotations: usap_annotation</vt:lpstr>
      <vt:lpstr>Layer 4 — annotations: usap_annotation_object</vt:lpstr>
      <vt:lpstr>Layer 5 — exact element membership: usap_membership_block</vt:lpstr>
      <vt:lpstr>Layer 5 — exact element membership: usap_membership_block</vt:lpstr>
      <vt:lpstr>Layer 5 — exact element membership: usap_membership_block</vt:lpstr>
      <vt:lpstr>Layer 5 — exact element membership: usap_membership_block</vt:lpstr>
      <vt:lpstr>Other helpers tables: usap_feature_id_binding</vt:lpstr>
      <vt:lpstr>Other helpers tables: usap_annotation_extent_rtree</vt:lpstr>
      <vt:lpstr>Other helpers tables: usap_edit_log</vt:lpstr>
      <vt:lpstr>How the main queries work</vt:lpstr>
      <vt:lpstr>Query A: “I selected part of a model. Tell me the annotations.”</vt:lpstr>
      <vt:lpstr>Query B: “Tell me all roofs in this model.”</vt:lpstr>
      <vt:lpstr>Query C: “Find building_1 and its roof in all models.”</vt:lpstr>
      <vt:lpstr>General example</vt:lpstr>
      <vt:lpstr>Canonical tables </vt:lpstr>
      <vt:lpstr>This seems complicate, why not a unique table?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 MOSCOSO THOMPSON</dc:creator>
  <cp:lastModifiedBy>ELIA MOSCOSO THOMPSON</cp:lastModifiedBy>
  <cp:revision>3</cp:revision>
  <dcterms:created xsi:type="dcterms:W3CDTF">2026-06-05T12:26:30Z</dcterms:created>
  <dcterms:modified xsi:type="dcterms:W3CDTF">2026-06-07T08:53:47Z</dcterms:modified>
</cp:coreProperties>
</file>